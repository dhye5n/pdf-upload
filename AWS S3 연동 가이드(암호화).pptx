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39"/>
  </p:notesMasterIdLst>
  <p:sldIdLst>
    <p:sldId id="283" r:id="rId5"/>
    <p:sldId id="571" r:id="rId6"/>
    <p:sldId id="543" r:id="rId7"/>
    <p:sldId id="684" r:id="rId8"/>
    <p:sldId id="685" r:id="rId9"/>
    <p:sldId id="686" r:id="rId10"/>
    <p:sldId id="687" r:id="rId11"/>
    <p:sldId id="688" r:id="rId12"/>
    <p:sldId id="689" r:id="rId13"/>
    <p:sldId id="690" r:id="rId14"/>
    <p:sldId id="691" r:id="rId15"/>
    <p:sldId id="692" r:id="rId16"/>
    <p:sldId id="693" r:id="rId17"/>
    <p:sldId id="694" r:id="rId18"/>
    <p:sldId id="695" r:id="rId19"/>
    <p:sldId id="696" r:id="rId20"/>
    <p:sldId id="697" r:id="rId21"/>
    <p:sldId id="698" r:id="rId22"/>
    <p:sldId id="699" r:id="rId23"/>
    <p:sldId id="700" r:id="rId24"/>
    <p:sldId id="702" r:id="rId25"/>
    <p:sldId id="705" r:id="rId26"/>
    <p:sldId id="703" r:id="rId27"/>
    <p:sldId id="704" r:id="rId28"/>
    <p:sldId id="706" r:id="rId29"/>
    <p:sldId id="707" r:id="rId30"/>
    <p:sldId id="708" r:id="rId31"/>
    <p:sldId id="709" r:id="rId32"/>
    <p:sldId id="710" r:id="rId33"/>
    <p:sldId id="711" r:id="rId34"/>
    <p:sldId id="712" r:id="rId35"/>
    <p:sldId id="713" r:id="rId36"/>
    <p:sldId id="714" r:id="rId37"/>
    <p:sldId id="715" r:id="rId38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043627-F55C-3F0B-324B-12C560FAA112}" name="김 성민" initials="성김" userId="S::seongmin.kim@elcid.co.kr::7fdd8e68-dbab-4f97-a317-da825b84602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089D4-E45B-5242-86CE-ED005FD89E78}" v="123" dt="2026-03-17T05:52:49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93"/>
    <p:restoredTop sz="94659"/>
  </p:normalViewPr>
  <p:slideViewPr>
    <p:cSldViewPr snapToGrid="0">
      <p:cViewPr varScale="1">
        <p:scale>
          <a:sx n="119" d="100"/>
          <a:sy n="119" d="100"/>
        </p:scale>
        <p:origin x="232" y="77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936CE-7B5B-8B43-B95A-0C9ED06878C0}" type="datetimeFigureOut">
              <a:rPr lang="en-KR" smtClean="0"/>
              <a:t>3/17/26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9878E-796B-024F-9435-55F5FBCAF95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53730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8B8B1-99E1-6F4C-8C14-98857F3621F7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8451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8B8B1-99E1-6F4C-8C14-98857F3621F7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0358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3835-C0CC-E5DA-7254-E2AF9050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C7444-521C-9F56-2B4F-63CE4A54A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2674D-5ABB-3C61-D5D5-C4A729E5C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DE682-F3FE-5F1A-1F4F-5518CD1FA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8B8B1-99E1-6F4C-8C14-98857F3621F7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5121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39878E-796B-024F-9435-55F5FBCAF950}" type="slidenum">
              <a:rPr lang="en-KR" smtClean="0"/>
              <a:t>24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16377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66183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BBB15-1361-3D5F-681A-C158A0EDE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B1C7E-43B7-43C6-B4B1-C020E7F86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3C7FD-86AC-AEED-0908-E496A8DC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F316-4312-C24F-ACD5-67E538E304DC}" type="datetime1">
              <a:rPr lang="en-US" smtClean="0"/>
              <a:t>3/17/26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7850E-3E0E-6895-80FF-199B5265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5CFCC-9FCB-B9F0-C747-6A2DEAFE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5409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54B2E-BA4F-A59B-9ADA-94A1291A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B6193-B411-16D5-986D-432213CA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DEBDD-581A-7B4B-7573-54B4D91D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0123-BA47-0443-956C-2D744BBF43E5}" type="datetime1">
              <a:rPr lang="en-US" smtClean="0"/>
              <a:t>3/17/26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E512E-925B-9B99-56D2-2C28CBE2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B921A-9EB4-B292-B2F4-3ED08EA5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9157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alphaModFix amt="8721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1DCF5-9B43-F2F1-6CA1-85F497519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27303-00B8-5743-898F-5603753DB3AC}" type="datetime1">
              <a:rPr lang="en-US" smtClean="0"/>
              <a:t>3/17/26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0A91B-F721-8D9D-E107-92F6DABD1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54181-B28A-53AE-1B8D-EE145EDF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8790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D6EF-A3F3-ACB4-2966-0E24F533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79BE-E396-6D9C-8C78-25CE49702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3B2F4-F628-CF60-D5A0-070F258D5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276AD-5564-F59D-9A84-B37EA176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0000-CF4F-514B-98FF-43692DD36508}" type="datetime1">
              <a:rPr lang="en-US" smtClean="0"/>
              <a:t>3/17/26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0EB34-F2DB-D28A-3B31-C965FCA0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DB025-04BA-B8F2-3909-A572E4FF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5116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8671-C67A-C3AD-31B3-57120F0F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9FCFC-E3AB-4F9A-AD09-1931A6DB0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84C78-E71F-51D4-54AD-43C763FB0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1856D-4A3B-3205-8A54-E56280CC5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3569A-293A-9619-5123-544DEE427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0DD56-0C06-F6B8-8F55-303B21FC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1BA78-6FDD-0C46-A49B-719F769BFC91}" type="datetime1">
              <a:rPr lang="en-US" smtClean="0"/>
              <a:t>3/17/26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A5B47-60FA-AD9E-A801-FB90A8EE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211477-3E91-825F-03D9-9C9ABFEE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97855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alphaModFix amt="3598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67A7C-EA54-1EBD-06AE-294B7CAF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9E39-0360-5046-9B53-E8DC87283B5A}" type="datetime1">
              <a:rPr lang="en-US" smtClean="0"/>
              <a:t>3/17/26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A8C3C-35B0-5B55-975A-7536B670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6FBD0-363D-6F59-9D01-82D067446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52E6AD-7F75-67E7-90AE-EEB2AA8B2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07801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F180C-1163-4F69-7F5A-45FE4835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157-0266-2546-802F-44108BA906A5}" type="datetime1">
              <a:rPr lang="en-US" smtClean="0"/>
              <a:t>3/17/26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81021-F8FB-D0A1-82BC-973A3DC5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32A8E-4E10-8669-8CDD-78B9A5E5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58660-613E-AE09-82DB-D82A2EB32DDF}"/>
              </a:ext>
            </a:extLst>
          </p:cNvPr>
          <p:cNvSpPr/>
          <p:nvPr userDrawn="1"/>
        </p:nvSpPr>
        <p:spPr>
          <a:xfrm>
            <a:off x="-14514" y="-14514"/>
            <a:ext cx="185195" cy="6876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gradFill flip="none" rotWithShape="1">
                <a:gsLst>
                  <a:gs pos="1000">
                    <a:schemeClr val="lt1">
                      <a:shade val="30000"/>
                      <a:satMod val="115000"/>
                    </a:schemeClr>
                  </a:gs>
                  <a:gs pos="48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9642F1-E829-6BFA-4167-8AA7239A1328}"/>
              </a:ext>
            </a:extLst>
          </p:cNvPr>
          <p:cNvSpPr/>
          <p:nvPr userDrawn="1"/>
        </p:nvSpPr>
        <p:spPr>
          <a:xfrm>
            <a:off x="508000" y="563035"/>
            <a:ext cx="11340000" cy="18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F0ADE89-14B8-F83E-A9D2-27ED70F4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72570"/>
            <a:ext cx="9575800" cy="473035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9919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8D2B4-0B12-4A32-537A-B1D88717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1730D-1DC5-CAF2-5CFA-B70AEDE68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77F6D-11C8-3D4B-5E81-B59DD1D2B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CEBBD-4119-674D-B72C-C0861A49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73FB8-FB25-5B41-83C2-963EA38804F1}" type="datetime1">
              <a:rPr lang="en-US" smtClean="0"/>
              <a:t>3/17/26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65087-4F4F-D24D-2BE8-60234A67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13F65-928B-4F5D-942C-7A1F5DFE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8249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F529-F376-CE8F-EAEA-BA73AED7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89540-97E2-6084-8BA3-7C6FE8BE4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77A56-FD4C-42A4-8682-767F08BD8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09E35-6507-1D8C-90E4-6AEAE984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181C5-9826-FA4F-BF9F-D982014007DE}" type="datetime1">
              <a:rPr lang="en-US" smtClean="0"/>
              <a:t>3/17/26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83538-664B-E41D-669F-2272BF17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30EC8-A137-53AF-16F4-53380D73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533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C736-F683-0F37-3895-640BA744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36CF8-A4C7-F195-D7CC-7D6125C8C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F9EB-AAD0-FA71-79D9-755DD2EA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8F1-E158-D74C-A082-71804602ED39}" type="datetime1">
              <a:rPr lang="en-US" smtClean="0"/>
              <a:t>3/17/26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6A1D2-B4C1-3780-D78A-F50B96180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E9BED-C684-AA06-C131-0AE6834DC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6178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25DF42-02E9-B465-1CCD-AE242D2D7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EEB47-28CC-BE0E-FA5E-80EBD9A74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640E3-E2A6-00DB-CDB6-81245FAA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762F-D164-1B4A-88E0-059273B6E094}" type="datetime1">
              <a:rPr lang="en-US" smtClean="0"/>
              <a:t>3/17/26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63250-C056-6FA0-824F-4044C0EB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E6875-7DE1-CAF5-4141-4C67EBAF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985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0AEB9-1662-7D4A-99A0-3A1FAF18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77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7D7342-0F44-4775-189A-91AF497C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1910">
                <a:solidFill>
                  <a:schemeClr val="tx1">
                    <a:tint val="82000"/>
                  </a:schemeClr>
                </a:solidFill>
              </a:defRPr>
            </a:lvl1pPr>
            <a:lvl2pPr marL="363755" indent="0">
              <a:buNone/>
              <a:defRPr sz="1591">
                <a:solidFill>
                  <a:schemeClr val="tx1">
                    <a:tint val="82000"/>
                  </a:schemeClr>
                </a:solidFill>
              </a:defRPr>
            </a:lvl2pPr>
            <a:lvl3pPr marL="727510" indent="0">
              <a:buNone/>
              <a:defRPr sz="1432">
                <a:solidFill>
                  <a:schemeClr val="tx1">
                    <a:tint val="82000"/>
                  </a:schemeClr>
                </a:solidFill>
              </a:defRPr>
            </a:lvl3pPr>
            <a:lvl4pPr marL="1091265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4pPr>
            <a:lvl5pPr marL="1455020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5pPr>
            <a:lvl6pPr marL="1818775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6pPr>
            <a:lvl7pPr marL="2182529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7pPr>
            <a:lvl8pPr marL="2546285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8pPr>
            <a:lvl9pPr marL="2910039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날짜 개체 틀 3">
            <a:extLst>
              <a:ext uri="{FF2B5EF4-FFF2-40B4-BE49-F238E27FC236}">
                <a16:creationId xmlns:a16="http://schemas.microsoft.com/office/drawing/2014/main" id="{418DFD76-0581-7425-675E-0195708547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79D98C00-1464-48FB-8A2C-9E28E6107747}" type="datetimeFigureOut">
              <a:rPr lang="ko-KR" altLang="en-US" smtClean="0"/>
              <a:t>2026. 3. 17.</a:t>
            </a:fld>
            <a:endParaRPr lang="ko-KR" altLang="en-US"/>
          </a:p>
        </p:txBody>
      </p:sp>
      <p:sp>
        <p:nvSpPr>
          <p:cNvPr id="14" name="바닥글 개체 틀 4">
            <a:extLst>
              <a:ext uri="{FF2B5EF4-FFF2-40B4-BE49-F238E27FC236}">
                <a16:creationId xmlns:a16="http://schemas.microsoft.com/office/drawing/2014/main" id="{3BE4F98B-4CD1-8B5D-2496-164A8FAB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35635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0A59F068-ADB4-2176-26EA-487DF590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15CDD250-3779-4035-994F-DC711BEB23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1FFF03-A724-A141-FEA9-41E32650689B}"/>
              </a:ext>
            </a:extLst>
          </p:cNvPr>
          <p:cNvSpPr/>
          <p:nvPr userDrawn="1"/>
        </p:nvSpPr>
        <p:spPr>
          <a:xfrm>
            <a:off x="1" y="550349"/>
            <a:ext cx="12192000" cy="331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5C0CB2-02FB-4A63-AE45-7EE0FF5CF178}"/>
              </a:ext>
            </a:extLst>
          </p:cNvPr>
          <p:cNvSpPr/>
          <p:nvPr userDrawn="1"/>
        </p:nvSpPr>
        <p:spPr>
          <a:xfrm>
            <a:off x="-213" y="5931964"/>
            <a:ext cx="12192000" cy="3314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1A15E53-8254-6A9F-62B9-2DB9704787DB}"/>
              </a:ext>
            </a:extLst>
          </p:cNvPr>
          <p:cNvSpPr/>
          <p:nvPr userDrawn="1"/>
        </p:nvSpPr>
        <p:spPr>
          <a:xfrm>
            <a:off x="1" y="0"/>
            <a:ext cx="12192000" cy="630021"/>
          </a:xfrm>
          <a:prstGeom prst="rect">
            <a:avLst/>
          </a:prstGeom>
          <a:solidFill>
            <a:srgbClr val="364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5B3624-738B-0D76-78A5-8D1FAA564AF5}"/>
              </a:ext>
            </a:extLst>
          </p:cNvPr>
          <p:cNvSpPr/>
          <p:nvPr userDrawn="1"/>
        </p:nvSpPr>
        <p:spPr>
          <a:xfrm>
            <a:off x="1" y="6215227"/>
            <a:ext cx="12192000" cy="630021"/>
          </a:xfrm>
          <a:prstGeom prst="rect">
            <a:avLst/>
          </a:prstGeom>
          <a:solidFill>
            <a:srgbClr val="3647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33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402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7F41707-714B-7E85-D3C9-5C059B7F53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238" y="64549"/>
            <a:ext cx="10592844" cy="604153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DD7FEA-EBC5-37D1-597D-5984C0AFD93E}"/>
              </a:ext>
            </a:extLst>
          </p:cNvPr>
          <p:cNvSpPr/>
          <p:nvPr userDrawn="1"/>
        </p:nvSpPr>
        <p:spPr>
          <a:xfrm>
            <a:off x="-10510" y="-10510"/>
            <a:ext cx="12222000" cy="694800"/>
          </a:xfrm>
          <a:prstGeom prst="rect">
            <a:avLst/>
          </a:prstGeom>
          <a:solidFill>
            <a:srgbClr val="203C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5BE23ADB-D5EB-BB1E-F6D2-60DE2EA32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237" y="683969"/>
            <a:ext cx="10592845" cy="424238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2F641-9BC0-EF59-78A4-9ABAEF6896A7}"/>
              </a:ext>
            </a:extLst>
          </p:cNvPr>
          <p:cNvSpPr/>
          <p:nvPr userDrawn="1"/>
        </p:nvSpPr>
        <p:spPr>
          <a:xfrm>
            <a:off x="167237" y="1635748"/>
            <a:ext cx="7720921" cy="4527482"/>
          </a:xfrm>
          <a:prstGeom prst="rect">
            <a:avLst/>
          </a:prstGeom>
          <a:noFill/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1FDD35-EF01-F4ED-1B82-D5F3ECF5F9A6}"/>
              </a:ext>
            </a:extLst>
          </p:cNvPr>
          <p:cNvSpPr/>
          <p:nvPr userDrawn="1"/>
        </p:nvSpPr>
        <p:spPr>
          <a:xfrm>
            <a:off x="8044543" y="1581748"/>
            <a:ext cx="3961720" cy="4581482"/>
          </a:xfrm>
          <a:prstGeom prst="rect">
            <a:avLst/>
          </a:prstGeom>
          <a:noFill/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FDDDF415-0E60-E69F-850D-A1318A5C77B9}"/>
              </a:ext>
            </a:extLst>
          </p:cNvPr>
          <p:cNvSpPr/>
          <p:nvPr userDrawn="1"/>
        </p:nvSpPr>
        <p:spPr>
          <a:xfrm>
            <a:off x="167235" y="1279777"/>
            <a:ext cx="7720921" cy="375901"/>
          </a:xfrm>
          <a:prstGeom prst="round2SameRect">
            <a:avLst/>
          </a:prstGeom>
          <a:solidFill>
            <a:srgbClr val="1F3B63"/>
          </a:solidFill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600">
              <a:solidFill>
                <a:schemeClr val="tx1"/>
              </a:solidFill>
              <a:highlight>
                <a:srgbClr val="C0C0C0"/>
              </a:highlight>
              <a:latin typeface="+mn-lt"/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CC1C6CC7-9AC4-0995-A34C-8F7C0D10B0CD}"/>
              </a:ext>
            </a:extLst>
          </p:cNvPr>
          <p:cNvSpPr/>
          <p:nvPr userDrawn="1"/>
        </p:nvSpPr>
        <p:spPr>
          <a:xfrm>
            <a:off x="8044543" y="1276238"/>
            <a:ext cx="3961720" cy="375901"/>
          </a:xfrm>
          <a:prstGeom prst="round2SameRect">
            <a:avLst/>
          </a:prstGeom>
          <a:solidFill>
            <a:srgbClr val="1F3B63"/>
          </a:solidFill>
          <a:ln w="12700">
            <a:solidFill>
              <a:srgbClr val="1F3B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6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0813C5D1-A487-B4D5-529E-87946A8DB3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7236" y="1314478"/>
            <a:ext cx="7720920" cy="34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11" name="Text Placeholder 38">
            <a:extLst>
              <a:ext uri="{FF2B5EF4-FFF2-40B4-BE49-F238E27FC236}">
                <a16:creationId xmlns:a16="http://schemas.microsoft.com/office/drawing/2014/main" id="{153E9129-72FA-D288-0B06-019EF89876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44544" y="1314157"/>
            <a:ext cx="3980220" cy="350284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/>
              <a:t>설명</a:t>
            </a:r>
            <a:endParaRPr lang="en-KR"/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FA71E9EE-21B7-3037-9E19-D330005DFD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2947" y="1768765"/>
            <a:ext cx="3666931" cy="4121965"/>
          </a:xfrm>
        </p:spPr>
        <p:txBody>
          <a:bodyPr anchor="t">
            <a:no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altLang="ko-KR" err="1"/>
              <a:t>etc</a:t>
            </a:r>
            <a:endParaRPr lang="en-KR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9B1136E-8668-97B2-72E4-D190862B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8763" y="6428108"/>
            <a:ext cx="527939" cy="365343"/>
          </a:xfrm>
        </p:spPr>
        <p:txBody>
          <a:bodyPr/>
          <a:lstStyle>
            <a:lvl1pPr algn="ctr">
              <a:defRPr sz="1200">
                <a:solidFill>
                  <a:srgbClr val="173F69"/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>
              <a:solidFill>
                <a:srgbClr val="173F69"/>
              </a:solidFill>
            </a:endParaRPr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352E39E5-E2CC-631E-0E06-AFA56727B8C1}"/>
              </a:ext>
            </a:extLst>
          </p:cNvPr>
          <p:cNvSpPr/>
          <p:nvPr userDrawn="1"/>
        </p:nvSpPr>
        <p:spPr>
          <a:xfrm>
            <a:off x="113742" y="6320455"/>
            <a:ext cx="11952000" cy="10800"/>
          </a:xfrm>
          <a:prstGeom prst="rect">
            <a:avLst/>
          </a:prstGeom>
          <a:solidFill>
            <a:srgbClr val="173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51B3C7">
                    <a:alpha val="0"/>
                  </a:srgbClr>
                </a:solidFill>
              </a:ln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7D07461-5D0B-45C7-3665-7B5E787FB4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7263" y="6424779"/>
            <a:ext cx="889000" cy="35586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5244CDF-D689-86EA-36C2-B3FC4C1BBDA3}"/>
              </a:ext>
            </a:extLst>
          </p:cNvPr>
          <p:cNvSpPr/>
          <p:nvPr userDrawn="1"/>
        </p:nvSpPr>
        <p:spPr>
          <a:xfrm flipV="1">
            <a:off x="167235" y="1114008"/>
            <a:ext cx="11839028" cy="45719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51B3C7">
                    <a:alpha val="0"/>
                  </a:srgbClr>
                </a:solidFill>
              </a:ln>
              <a:solidFill>
                <a:srgbClr val="D7DE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794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025E-FC74-D84B-AE72-BA519204A8F9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7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AED75-EEC9-1A31-C364-0B42A210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E5918-D125-28D6-E9B1-A57944DFA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BAEA2-ADB3-FFDC-E701-2B0493529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063F2-4A17-2840-B41E-FB03B5E6A266}" type="datetime1">
              <a:rPr lang="en-US" smtClean="0"/>
              <a:t>3/17/26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0CA86-1459-9603-9289-4C10A9934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9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0BE37-0651-C17D-8A54-EA9D49C0A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6324" y="6491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742A3-68B5-4C46-9AFE-90184640D1B4}" type="slidenum">
              <a:rPr lang="en-KR" smtClean="0"/>
              <a:t>‹#›</a:t>
            </a:fld>
            <a:endParaRPr lang="en-KR"/>
          </a:p>
        </p:txBody>
      </p:sp>
      <p:pic>
        <p:nvPicPr>
          <p:cNvPr id="8" name="Picture 7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760F178-14E6-89B7-D282-8BFCA416EAE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96117" y="14515"/>
            <a:ext cx="1378384" cy="54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7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4" r:id="rId13"/>
    <p:sldLayoutId id="214748373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18E2-9DAA-EAC7-0201-1B4A5EDD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F0D9CBE-0667-6FC8-41EA-A02739C5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316" y="2837605"/>
            <a:ext cx="9201369" cy="1182791"/>
          </a:xfrm>
        </p:spPr>
        <p:txBody>
          <a:bodyPr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AWS</a:t>
            </a:r>
            <a:r>
              <a:rPr lang="ko-KR" altLang="en-US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S3 </a:t>
            </a:r>
            <a:r>
              <a:rPr lang="ko-KR" altLang="en-US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암호화된 로그</a:t>
            </a:r>
            <a:br>
              <a:rPr lang="en-US" altLang="ko-KR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4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연동 가이드</a:t>
            </a:r>
            <a:endParaRPr 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041E18-13C5-FAEE-FC8A-41A970319AD6}"/>
              </a:ext>
            </a:extLst>
          </p:cNvPr>
          <p:cNvSpPr txBox="1">
            <a:spLocks/>
          </p:cNvSpPr>
          <p:nvPr/>
        </p:nvSpPr>
        <p:spPr>
          <a:xfrm>
            <a:off x="7281341" y="4625863"/>
            <a:ext cx="3771766" cy="906408"/>
          </a:xfrm>
          <a:prstGeom prst="rect">
            <a:avLst/>
          </a:prstGeom>
        </p:spPr>
        <p:txBody>
          <a:bodyPr vert="horz" lIns="82953" tIns="41476" rIns="82953" bIns="41476" rtlCol="0" anchor="b">
            <a:normAutofit fontScale="97500"/>
          </a:bodyPr>
          <a:lstStyle>
            <a:lvl1pPr algn="l" defTabSz="80192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26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en-US" altLang="ko-KR" sz="2177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C906D9-A756-50DB-CFA2-3A63AA0B9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22" y="1108049"/>
            <a:ext cx="1658057" cy="57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5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F08DBF-DF5B-AB2C-ADC3-57E8744B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41DC306-1090-98C1-E6D0-1AAEA7C1B926}"/>
              </a:ext>
            </a:extLst>
          </p:cNvPr>
          <p:cNvSpPr/>
          <p:nvPr/>
        </p:nvSpPr>
        <p:spPr>
          <a:xfrm>
            <a:off x="0" y="0"/>
            <a:ext cx="12203875" cy="5457812"/>
          </a:xfrm>
          <a:prstGeom prst="rect">
            <a:avLst/>
          </a:prstGeom>
          <a:solidFill>
            <a:srgbClr val="D7DEEB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9D77A4-85B9-C399-59EA-4F624CE73A31}"/>
              </a:ext>
            </a:extLst>
          </p:cNvPr>
          <p:cNvSpPr/>
          <p:nvPr/>
        </p:nvSpPr>
        <p:spPr>
          <a:xfrm flipV="1">
            <a:off x="0" y="5282934"/>
            <a:ext cx="12203875" cy="1588580"/>
          </a:xfrm>
          <a:prstGeom prst="rect">
            <a:avLst/>
          </a:prstGeom>
          <a:solidFill>
            <a:srgbClr val="213D63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7E3AC-1B8D-314B-74B8-E266A6CB12BA}"/>
              </a:ext>
            </a:extLst>
          </p:cNvPr>
          <p:cNvSpPr txBox="1"/>
          <p:nvPr/>
        </p:nvSpPr>
        <p:spPr>
          <a:xfrm>
            <a:off x="183826" y="109162"/>
            <a:ext cx="3206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3600" b="1" i="0">
                <a:solidFill>
                  <a:srgbClr val="203C63"/>
                </a:solidFill>
                <a:latin typeface="나눔고딕" pitchFamily="2" charset="-127"/>
                <a:ea typeface="나눔고딕" pitchFamily="2" charset="-127"/>
              </a:rPr>
              <a:t>Contents</a:t>
            </a:r>
            <a:endParaRPr kumimoji="1" lang="ko-Kore-KR" altLang="en-US" sz="3600" b="1" i="0">
              <a:solidFill>
                <a:srgbClr val="203C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E8987-0BDF-5A72-09D8-FEAF0AF7B360}"/>
              </a:ext>
            </a:extLst>
          </p:cNvPr>
          <p:cNvSpPr txBox="1"/>
          <p:nvPr/>
        </p:nvSpPr>
        <p:spPr>
          <a:xfrm>
            <a:off x="533926" y="1371004"/>
            <a:ext cx="4600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8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r>
              <a:rPr kumimoji="1" lang="ko-KR" altLang="en-US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" altLang="ko-KR" sz="2000" b="1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sz="2000" b="1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관리형 암호화 기반</a:t>
            </a:r>
          </a:p>
        </p:txBody>
      </p:sp>
      <p:pic>
        <p:nvPicPr>
          <p:cNvPr id="7" name="그림 2" descr="그래픽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A02C7E-E5FC-9EF8-7FE3-4A22999100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rcRect l="43980" t="25123" r="-1974" b="36479"/>
          <a:stretch>
            <a:fillRect/>
          </a:stretch>
        </p:blipFill>
        <p:spPr>
          <a:xfrm>
            <a:off x="-2942" y="3451168"/>
            <a:ext cx="6930503" cy="1836839"/>
          </a:xfrm>
          <a:prstGeom prst="rect">
            <a:avLst/>
          </a:prstGeom>
        </p:spPr>
      </p:pic>
      <p:sp>
        <p:nvSpPr>
          <p:cNvPr id="8" name="직사각형 16">
            <a:extLst>
              <a:ext uri="{FF2B5EF4-FFF2-40B4-BE49-F238E27FC236}">
                <a16:creationId xmlns:a16="http://schemas.microsoft.com/office/drawing/2014/main" id="{70E8FDFB-F831-2E2B-B14F-AFBAB3AA770B}"/>
              </a:ext>
            </a:extLst>
          </p:cNvPr>
          <p:cNvSpPr/>
          <p:nvPr/>
        </p:nvSpPr>
        <p:spPr>
          <a:xfrm flipH="1">
            <a:off x="720577" y="1907714"/>
            <a:ext cx="45719" cy="3434848"/>
          </a:xfrm>
          <a:prstGeom prst="rect">
            <a:avLst/>
          </a:prstGeom>
          <a:gradFill>
            <a:gsLst>
              <a:gs pos="0">
                <a:srgbClr val="D7DEEB"/>
              </a:gs>
              <a:gs pos="35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직사각형 20">
            <a:extLst>
              <a:ext uri="{FF2B5EF4-FFF2-40B4-BE49-F238E27FC236}">
                <a16:creationId xmlns:a16="http://schemas.microsoft.com/office/drawing/2014/main" id="{FD1CDF5C-A59F-86A8-4C5E-9E8AA6AF5383}"/>
              </a:ext>
            </a:extLst>
          </p:cNvPr>
          <p:cNvSpPr/>
          <p:nvPr/>
        </p:nvSpPr>
        <p:spPr>
          <a:xfrm>
            <a:off x="3630543" y="2806262"/>
            <a:ext cx="45719" cy="3224615"/>
          </a:xfrm>
          <a:prstGeom prst="rect">
            <a:avLst/>
          </a:prstGeom>
          <a:gradFill>
            <a:gsLst>
              <a:gs pos="0">
                <a:srgbClr val="D7DEEB"/>
              </a:gs>
              <a:gs pos="35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E35AE-BB20-77F1-9FA3-5F587FFA108F}"/>
              </a:ext>
            </a:extLst>
          </p:cNvPr>
          <p:cNvSpPr txBox="1"/>
          <p:nvPr/>
        </p:nvSpPr>
        <p:spPr>
          <a:xfrm>
            <a:off x="3446225" y="2274573"/>
            <a:ext cx="5062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28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kumimoji="1" lang="en-US" altLang="ko-KR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r>
              <a:rPr kumimoji="1" lang="ko-KR" altLang="en-US" sz="2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2000" b="1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고객 관리형 암호화 </a:t>
            </a:r>
            <a:r>
              <a:rPr kumimoji="1" lang="en-US" altLang="ko-KR" sz="2000" b="1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(SSE-KMS) </a:t>
            </a:r>
            <a:r>
              <a:rPr kumimoji="1" lang="ko-KR" altLang="en-US" sz="2000" b="1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기반</a:t>
            </a:r>
            <a:endParaRPr kumimoji="1" lang="ko-Kore-KR" altLang="en-US" sz="2000" b="1" i="0">
              <a:solidFill>
                <a:srgbClr val="203C63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6829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19BBDFB-CEC3-A0BE-9F32-38B48FB8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943A04-0204-22D1-4C9A-414AFF78AC25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D7DEEB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pic>
        <p:nvPicPr>
          <p:cNvPr id="4" name="그림 3" descr="그래픽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A85D75-DA53-B2FE-8AA5-9E9C5B9A82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rcRect l="68120" t="25123" r="-844" b="58291"/>
          <a:stretch>
            <a:fillRect/>
          </a:stretch>
        </p:blipFill>
        <p:spPr>
          <a:xfrm>
            <a:off x="0" y="4731328"/>
            <a:ext cx="10482146" cy="212667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D398292-95A8-2DC4-9E40-42041DA11F47}"/>
              </a:ext>
            </a:extLst>
          </p:cNvPr>
          <p:cNvSpPr/>
          <p:nvPr/>
        </p:nvSpPr>
        <p:spPr>
          <a:xfrm flipH="1">
            <a:off x="1523996" y="3324471"/>
            <a:ext cx="323461" cy="3533530"/>
          </a:xfrm>
          <a:prstGeom prst="rect">
            <a:avLst/>
          </a:prstGeom>
          <a:gradFill>
            <a:gsLst>
              <a:gs pos="0">
                <a:srgbClr val="D7DEEB"/>
              </a:gs>
              <a:gs pos="100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6" name="그림 5" descr="그래픽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E0CF52-2B05-C658-85F3-FEDA29E644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"/>
          </a:blip>
          <a:srcRect l="-11623" t="13636" r="71308" b="16516"/>
          <a:stretch>
            <a:fillRect/>
          </a:stretch>
        </p:blipFill>
        <p:spPr>
          <a:xfrm>
            <a:off x="9016300" y="0"/>
            <a:ext cx="31757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1DCEFA-434A-2CDB-10B0-E5A6279CB8E5}"/>
              </a:ext>
            </a:extLst>
          </p:cNvPr>
          <p:cNvSpPr txBox="1"/>
          <p:nvPr/>
        </p:nvSpPr>
        <p:spPr>
          <a:xfrm>
            <a:off x="1379327" y="2017564"/>
            <a:ext cx="107075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6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1. </a:t>
            </a:r>
            <a:r>
              <a:rPr kumimoji="1" lang="en-US" altLang="ko-KR" sz="44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sz="44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관리형 암호화 기반</a:t>
            </a:r>
            <a:endParaRPr kumimoji="1" lang="ko-Kore-KR" altLang="en-US" sz="4400" b="1" i="0">
              <a:solidFill>
                <a:srgbClr val="203C63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8468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53887-9FC9-C885-9284-95D6024CC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E9AEB7-9731-F92F-265F-CE32F0E4DA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CEB1A3-127B-F0E7-349B-FD69A780D2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AWS S3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버킷 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52DECC3-4FF0-CEA2-FFC2-CEB3C5344C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67776C8-BA73-86AA-6718-AF81D4AF7D9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641C82B-0614-E2A2-B91C-4A303691DB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→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S3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검색 후 이동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→ Create bucket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0AF9A-9FF6-F5DB-026F-F496F25B5E56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4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37C4A3F-DBE9-E3D7-869C-5BF0FF76B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46" y="2550663"/>
            <a:ext cx="7170868" cy="27371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769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7927-8068-81B4-AEF3-549B15EAD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725308-44E5-E0E4-533C-9E8EB711CF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A241B1-E073-C6CB-8598-DB2D49907D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AWS S3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버킷 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524F1EC-9E5F-94AC-F5DE-A08160F3C5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64E4C7C-5399-0EA0-C648-53B3628CB4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9D6D622-6340-ADB9-472E-07F48A4FB1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Bucket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이름 입력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Create bucket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CF4EA-F628-B561-E5E3-6239EFDC5E54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5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E1F9900-B744-540D-E6BD-D6A6B29E83A7}"/>
              </a:ext>
            </a:extLst>
          </p:cNvPr>
          <p:cNvGrpSpPr/>
          <p:nvPr/>
        </p:nvGrpSpPr>
        <p:grpSpPr>
          <a:xfrm>
            <a:off x="410401" y="2096931"/>
            <a:ext cx="6566278" cy="2733253"/>
            <a:chOff x="410401" y="2096931"/>
            <a:chExt cx="5308600" cy="2209737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B71C731A-C3E9-5C19-B901-30EF06EF0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410401" y="2096931"/>
              <a:ext cx="5308600" cy="220973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4EFBE7C-ABF1-DE36-B7FD-FA79CB73A4E3}"/>
                </a:ext>
              </a:extLst>
            </p:cNvPr>
            <p:cNvSpPr/>
            <p:nvPr/>
          </p:nvSpPr>
          <p:spPr>
            <a:xfrm>
              <a:off x="430306" y="3593054"/>
              <a:ext cx="5197096" cy="4303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9AD2E1D-DA68-3C99-3B8D-DE7C842B7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103" y="4740929"/>
            <a:ext cx="2142929" cy="103995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771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7443-DB44-B8C6-AA45-8B3766C8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90715B-F79C-E953-F12C-4F5CC96177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23686B-88AC-A185-862A-E51F49EAB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Policy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4293ADE-0C4C-E8B1-630B-D383734AD5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F361A20-15FF-1AD8-1FC1-537E121E86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8255FE7-98EF-EB1C-6876-014C07904B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→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IAM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이동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Policies → Create policy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5EE8E-3971-9EB2-8F57-5846EC1E1E83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6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44CF814-8FCF-BC84-95F4-990A55D56A93}"/>
              </a:ext>
            </a:extLst>
          </p:cNvPr>
          <p:cNvGrpSpPr/>
          <p:nvPr/>
        </p:nvGrpSpPr>
        <p:grpSpPr>
          <a:xfrm>
            <a:off x="433508" y="2636208"/>
            <a:ext cx="7233725" cy="2566056"/>
            <a:chOff x="433508" y="1984430"/>
            <a:chExt cx="7233725" cy="256605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CE8D8F8-7F30-A019-F0B0-A843971BB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508" y="1984430"/>
              <a:ext cx="7233725" cy="2566056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73AE602-B1A5-C67D-54A1-B73BBAD197B8}"/>
                </a:ext>
              </a:extLst>
            </p:cNvPr>
            <p:cNvSpPr/>
            <p:nvPr/>
          </p:nvSpPr>
          <p:spPr>
            <a:xfrm>
              <a:off x="6841863" y="2463502"/>
              <a:ext cx="825369" cy="2366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46338E7-A314-2ECD-3FDF-43EBEB7E89F3}"/>
                </a:ext>
              </a:extLst>
            </p:cNvPr>
            <p:cNvSpPr/>
            <p:nvPr/>
          </p:nvSpPr>
          <p:spPr>
            <a:xfrm>
              <a:off x="495084" y="4208034"/>
              <a:ext cx="440831" cy="2026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371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99DB-849A-F78D-BD19-9494A1BC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A1C28A-5FB1-F8BC-DC9A-6DB425D92E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CCA048-C11E-65A6-544E-82A841DBDB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Policy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799B95F-CEFC-9E2E-D8EA-E08D259C07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777162C-D570-1174-6A4E-007275EA581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C9ECB6A-8CDF-9241-4F38-BDE40ABDC0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JSON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“Statement”</a:t>
            </a:r>
            <a:r>
              <a:rPr kumimoji="1"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 아래 내용 </a:t>
            </a:r>
            <a:r>
              <a:rPr kumimoji="1"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붙여넣고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Next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“Resource”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의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arn:aws:s3:::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뒤에는 수집할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생성한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버킷 이름 작성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9879E-CE4B-DAFF-0348-BC4F13D2396D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7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D68B582-C2CC-3C60-2AD7-435806454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90" y="2254222"/>
            <a:ext cx="6680200" cy="32893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FF1E1F-AF76-27FC-21D7-198C2D3E4C15}"/>
              </a:ext>
            </a:extLst>
          </p:cNvPr>
          <p:cNvSpPr/>
          <p:nvPr/>
        </p:nvSpPr>
        <p:spPr>
          <a:xfrm>
            <a:off x="6629298" y="3049803"/>
            <a:ext cx="481507" cy="2043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34EDAE-D1B4-3A55-417E-094F6F496F2C}"/>
              </a:ext>
            </a:extLst>
          </p:cNvPr>
          <p:cNvSpPr/>
          <p:nvPr/>
        </p:nvSpPr>
        <p:spPr>
          <a:xfrm>
            <a:off x="3263946" y="3775158"/>
            <a:ext cx="2319273" cy="12325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A9C3BA2-FE2D-C8E1-6380-4DBAC778C4C3}"/>
              </a:ext>
            </a:extLst>
          </p:cNvPr>
          <p:cNvSpPr/>
          <p:nvPr/>
        </p:nvSpPr>
        <p:spPr>
          <a:xfrm>
            <a:off x="8351082" y="3099600"/>
            <a:ext cx="3367143" cy="2444243"/>
          </a:xfrm>
          <a:prstGeom prst="roundRect">
            <a:avLst>
              <a:gd name="adj" fmla="val 1006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1100" dirty="0"/>
              <a:t>{</a:t>
            </a:r>
          </a:p>
          <a:p>
            <a:r>
              <a:rPr kumimoji="1" lang="en" altLang="ko-KR" sz="1100" dirty="0"/>
              <a:t>      "Effect": "Allow",</a:t>
            </a:r>
          </a:p>
          <a:p>
            <a:r>
              <a:rPr kumimoji="1" lang="en" altLang="ko-KR" sz="1100" dirty="0"/>
              <a:t>      "Action": [</a:t>
            </a:r>
          </a:p>
          <a:p>
            <a:r>
              <a:rPr kumimoji="1" lang="en" altLang="ko-KR" sz="1100" dirty="0"/>
              <a:t>        "s3:GetObject",</a:t>
            </a:r>
          </a:p>
          <a:p>
            <a:r>
              <a:rPr kumimoji="1" lang="en" altLang="ko-KR" sz="1100" dirty="0"/>
              <a:t>        "s3:GetObjectVersion",</a:t>
            </a:r>
          </a:p>
          <a:p>
            <a:r>
              <a:rPr kumimoji="1" lang="en" altLang="ko-KR" sz="1100" dirty="0"/>
              <a:t>        "s3:ListBucketVersions",</a:t>
            </a:r>
          </a:p>
          <a:p>
            <a:r>
              <a:rPr kumimoji="1" lang="en" altLang="ko-KR" sz="1100" dirty="0"/>
              <a:t>        "s3:ListBucket"</a:t>
            </a:r>
          </a:p>
          <a:p>
            <a:r>
              <a:rPr kumimoji="1" lang="en" altLang="ko-KR" sz="1100" dirty="0"/>
              <a:t>      ],</a:t>
            </a:r>
          </a:p>
          <a:p>
            <a:r>
              <a:rPr kumimoji="1" lang="en" altLang="ko-KR" sz="1100" dirty="0"/>
              <a:t>      "Resource": [</a:t>
            </a:r>
          </a:p>
          <a:p>
            <a:r>
              <a:rPr kumimoji="1" lang="en" altLang="ko-KR" sz="1100" dirty="0"/>
              <a:t>        "arn:aws:s3:::sumo-log-guide-sse-s3",</a:t>
            </a:r>
          </a:p>
          <a:p>
            <a:r>
              <a:rPr kumimoji="1" lang="en" altLang="ko-KR" sz="1100" dirty="0"/>
              <a:t>        "arn:aws:s3:::sumo-log-guide-sse-s3/*"</a:t>
            </a:r>
          </a:p>
          <a:p>
            <a:r>
              <a:rPr kumimoji="1" lang="en" altLang="ko-KR" sz="1100" dirty="0"/>
              <a:t>      ]</a:t>
            </a:r>
          </a:p>
          <a:p>
            <a:r>
              <a:rPr kumimoji="1" lang="en" altLang="ko-KR" sz="11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142662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A1383-FC9D-E969-000F-F448DA47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30B7D8-32CB-42E1-A4D5-A5205D6761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FDE798-8770-72CB-3C2D-E8D4EEABB3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Policy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962225-751D-4AA4-D317-A73336F9A33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9202970-C8D7-E8F0-7327-F13915AEF6F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E1D6842-11EA-7D19-5460-152D3517AD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Policy name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입력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Create policy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471A-B2E4-1769-EB71-82690430A0E7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8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DC43A7A-5587-1700-23C1-1C2A98183F6B}"/>
              </a:ext>
            </a:extLst>
          </p:cNvPr>
          <p:cNvGrpSpPr/>
          <p:nvPr/>
        </p:nvGrpSpPr>
        <p:grpSpPr>
          <a:xfrm>
            <a:off x="568159" y="2608805"/>
            <a:ext cx="6919073" cy="2620861"/>
            <a:chOff x="366016" y="1905255"/>
            <a:chExt cx="6919073" cy="262086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C11B5EB-0553-0D1C-7AA4-B3F86E366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016" y="1905255"/>
              <a:ext cx="6919073" cy="2620861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F091CD4-2E6B-D158-FD57-3B6C3981ECF6}"/>
                </a:ext>
              </a:extLst>
            </p:cNvPr>
            <p:cNvSpPr/>
            <p:nvPr/>
          </p:nvSpPr>
          <p:spPr>
            <a:xfrm>
              <a:off x="806824" y="3392113"/>
              <a:ext cx="6250192" cy="7603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4996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60F64-53E2-80CB-676A-BC5619DBC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04963-1656-2556-C9FE-955CB8E22B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E238F7-108E-3453-EF0C-E611065E45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3.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Role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7DB1A90-4DDA-EBD9-70C1-50A53742B5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AE95DDB-43F2-721E-0CA7-308DDA4086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90A09A1-97E4-10FE-DE4B-837645A958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→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IAM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이동 →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Roles → Create role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A9FE3-0A7A-9993-1A05-D64715ECB472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9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AA4ECA2-E5C1-133B-DBDE-10281774826B}"/>
              </a:ext>
            </a:extLst>
          </p:cNvPr>
          <p:cNvGrpSpPr/>
          <p:nvPr/>
        </p:nvGrpSpPr>
        <p:grpSpPr>
          <a:xfrm>
            <a:off x="436883" y="2726122"/>
            <a:ext cx="7181626" cy="2386227"/>
            <a:chOff x="413273" y="2201495"/>
            <a:chExt cx="7181626" cy="23862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003C0C5-4D2A-121A-DE16-C662F396E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273" y="2201495"/>
              <a:ext cx="7181626" cy="238622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CB390D2-AFB4-BBD3-E7C1-8FEDEE3137AE}"/>
                </a:ext>
              </a:extLst>
            </p:cNvPr>
            <p:cNvSpPr/>
            <p:nvPr/>
          </p:nvSpPr>
          <p:spPr>
            <a:xfrm>
              <a:off x="6820348" y="3014438"/>
              <a:ext cx="677914" cy="1913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CC5CD96-2487-C9E4-8FA5-9FA31898AE77}"/>
                </a:ext>
              </a:extLst>
            </p:cNvPr>
            <p:cNvSpPr/>
            <p:nvPr/>
          </p:nvSpPr>
          <p:spPr>
            <a:xfrm>
              <a:off x="413455" y="4216998"/>
              <a:ext cx="500945" cy="1846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125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D5C3-1658-9F94-82A9-D8783D0C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7ACD92-834D-8C1C-FEAB-A1F1BC71A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EB1606-6C91-48A7-8BA4-5B6C06482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3.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Role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1F2B1AB-8D31-E61B-1189-C1341A5A2D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F4192EE-87AF-27EF-AC1D-82E1E801DA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5F226B7-2C6A-3DD9-BCB7-1CD7F7563B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Another AWS account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Account ID: 926226587429 (Sumo Logic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공식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Account ID)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External ID: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us1:0000000000BC4E3F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(Sumo Logic Source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화면에서 확인 가능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작성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8BDF1-85DA-F900-187E-C988C69935E4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10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30A368F-A37F-B965-5DB3-30B9BB749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87" y="1861950"/>
            <a:ext cx="4114800" cy="19939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5E1F53-A854-9354-231A-52832D370D5D}"/>
              </a:ext>
            </a:extLst>
          </p:cNvPr>
          <p:cNvSpPr/>
          <p:nvPr/>
        </p:nvSpPr>
        <p:spPr>
          <a:xfrm>
            <a:off x="2606429" y="2550723"/>
            <a:ext cx="1813378" cy="5593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6F883C3-B12F-B395-8D8F-79AA5A65C1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71249" y="3256028"/>
            <a:ext cx="4413271" cy="276874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605234-A7AF-C84E-1DE7-B62ADB089202}"/>
              </a:ext>
            </a:extLst>
          </p:cNvPr>
          <p:cNvSpPr/>
          <p:nvPr/>
        </p:nvSpPr>
        <p:spPr>
          <a:xfrm>
            <a:off x="3352085" y="3832941"/>
            <a:ext cx="2833562" cy="3625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395BD1-4CEC-C1BE-63CB-186EED1D1611}"/>
              </a:ext>
            </a:extLst>
          </p:cNvPr>
          <p:cNvSpPr/>
          <p:nvPr/>
        </p:nvSpPr>
        <p:spPr>
          <a:xfrm>
            <a:off x="3352085" y="4790371"/>
            <a:ext cx="4232056" cy="652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686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5F35-D480-ABD4-9C63-53527E68C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197E10-8C13-13A9-5F0C-5C5F793697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B60423-61EA-5187-CA96-C2DD4C0821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3.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Role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5CFDCEB-9234-7325-4619-52B35AEE6E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222D4D7-56B0-6856-B0F8-2FD2DA0F82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B886477-ECD8-55F6-0FF4-23C0AB113D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Add permissions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방금 만든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Policy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체크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89699-CC47-A112-2E8C-DB796986B38D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11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C54A4EE-8983-3CE5-85D6-0C9EC08C7CCD}"/>
              </a:ext>
            </a:extLst>
          </p:cNvPr>
          <p:cNvGrpSpPr/>
          <p:nvPr/>
        </p:nvGrpSpPr>
        <p:grpSpPr>
          <a:xfrm>
            <a:off x="898573" y="2389803"/>
            <a:ext cx="6261100" cy="3048000"/>
            <a:chOff x="1016907" y="2516228"/>
            <a:chExt cx="6261100" cy="3048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02420B2-7169-01FF-F994-D75ECDAD6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6907" y="2516228"/>
              <a:ext cx="6261100" cy="3048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37C12CE-2D72-7F06-DDF2-05F8BB2E6256}"/>
                </a:ext>
              </a:extLst>
            </p:cNvPr>
            <p:cNvSpPr/>
            <p:nvPr/>
          </p:nvSpPr>
          <p:spPr>
            <a:xfrm>
              <a:off x="1312102" y="4322617"/>
              <a:ext cx="3792785" cy="2366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74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9A052-2CC1-8EA8-257C-F6710DB6C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8691E3-1617-153A-5321-47C5699965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869831-2286-A8E6-CC0A-BEC43AA12F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3.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Role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329D639-882C-CEE7-180F-E605E072B6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3B880DE-19CE-7ADF-59D4-F3BD5CFBF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48858FF-D299-BF2B-96A1-21A466B91C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Role name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내용 맞는지 확인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Create role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CC7F-BBA3-A7D7-F313-CC578E601B3C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12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2222012-3C11-2CD9-5D7B-4C3E6DCADAB5}"/>
              </a:ext>
            </a:extLst>
          </p:cNvPr>
          <p:cNvGrpSpPr/>
          <p:nvPr/>
        </p:nvGrpSpPr>
        <p:grpSpPr>
          <a:xfrm>
            <a:off x="1080684" y="2389803"/>
            <a:ext cx="5894024" cy="3048000"/>
            <a:chOff x="1015705" y="2301454"/>
            <a:chExt cx="5894024" cy="3048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8EB5448-5721-6894-319D-A8C84AA30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015705" y="2301454"/>
              <a:ext cx="5894024" cy="3048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F96DC9C-1F16-4C47-13FA-AACCE3BFAD91}"/>
                </a:ext>
              </a:extLst>
            </p:cNvPr>
            <p:cNvSpPr/>
            <p:nvPr/>
          </p:nvSpPr>
          <p:spPr>
            <a:xfrm>
              <a:off x="1213423" y="3310665"/>
              <a:ext cx="5499349" cy="9278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2227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D8437-C7B2-B3C8-43CF-A0B8A8253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509BB1-1E3D-BC1E-CCD1-3AEAC40533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533BB8-46C5-A571-FC4A-A03A384CF4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4.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Sumo Logic Source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 및 설정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CED87B7-FB0E-678D-BD71-470F48B96E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62437F3-1905-A4C2-96A4-2B25FAEE0F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DC01B18-2947-8899-BE13-84A7BAC23F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Sumo Logic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홈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Data Management &gt; Collection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 또는 상단 바의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Go To..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Collection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검색 후 클릭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C0E8-3E07-8BCE-ECA0-BA6C0E85F5AD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13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15830CB-4C43-4D1E-8075-1E1C8912D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8944" y="1951025"/>
            <a:ext cx="3488145" cy="393642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4D8B5BC3-5ECB-672B-3B40-8B80C133A2D4}"/>
              </a:ext>
            </a:extLst>
          </p:cNvPr>
          <p:cNvGrpSpPr/>
          <p:nvPr/>
        </p:nvGrpSpPr>
        <p:grpSpPr>
          <a:xfrm>
            <a:off x="4116510" y="3090094"/>
            <a:ext cx="3533211" cy="1658282"/>
            <a:chOff x="2971607" y="3919234"/>
            <a:chExt cx="2471506" cy="115998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0D45A6D-D572-9DF1-2815-D264550C4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5197"/>
            <a:stretch>
              <a:fillRect/>
            </a:stretch>
          </p:blipFill>
          <p:spPr>
            <a:xfrm>
              <a:off x="2971607" y="3919235"/>
              <a:ext cx="1188135" cy="115997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FE70DBF-D6D4-539A-A8D9-47DC99821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85"/>
            <a:stretch>
              <a:fillRect/>
            </a:stretch>
          </p:blipFill>
          <p:spPr>
            <a:xfrm>
              <a:off x="4125053" y="3919234"/>
              <a:ext cx="1318060" cy="115997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883336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08692-F179-A1DF-5FF9-4765D52A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212FDF-767D-B232-B57D-4558FA4678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6A12B1-C85D-3984-EF69-FD1A7154DA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4.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Sumo Logic Source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 및 설정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F3B1C07-2A92-D834-8D41-95E8A6C6D6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AB1941A-CC18-B99C-8E5D-1BE02BE298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978BD04-CD4C-BA06-E182-A1FE2CB249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Hosted Collector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의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Add Source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없는 경우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Add Collector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 Hosted Collector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 후 생성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Amazon S3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5118-94BB-D663-42FF-F00FDA943966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14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68F7D51-11BC-BC05-1BA4-65E9E42E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43" y="1856633"/>
            <a:ext cx="6071306" cy="222088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D96F99-4506-2D4D-C5A1-3D76EB0E6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407" y="4192415"/>
            <a:ext cx="2832100" cy="17653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414914D-D5BB-089E-EFB3-4C5B5C7813F1}"/>
              </a:ext>
            </a:extLst>
          </p:cNvPr>
          <p:cNvCxnSpPr>
            <a:cxnSpLocks/>
          </p:cNvCxnSpPr>
          <p:nvPr/>
        </p:nvCxnSpPr>
        <p:spPr>
          <a:xfrm flipH="1">
            <a:off x="4701092" y="4034118"/>
            <a:ext cx="1688950" cy="8283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196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C252F-2464-A7CE-88DF-9B9F9D4A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DB1272-367D-23D3-1C5A-A7E7D031D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E3FF27-57D4-667D-6E8D-8310EEB46E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4.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Sumo Logic Source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 및 설정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6E6CB75-7782-58FE-E3C3-1D54ED91D26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C063F6C-E974-043A-F3C7-195BEA038E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BD7770C-EB14-BF03-1999-E7A4A99EE3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Name: Source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식별용 이름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S3 Region: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버킷을 생성한 </a:t>
            </a:r>
            <a:r>
              <a:rPr kumimoji="1"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리전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Bucket Name: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로그를 가져올 실제 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S3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버킷 이름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Path Expression: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*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또는 버킷에 로그가 저장되는 경로 지정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Source Category: Sumo Logic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에서 이 로그를 검색할 때 쓰는 태그 지정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kumimoji="1" lang="en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sourceCategory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=</a:t>
            </a:r>
            <a:r>
              <a:rPr kumimoji="1" lang="en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aws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/s3/</a:t>
            </a:r>
            <a:r>
              <a:rPr kumimoji="1" lang="en" altLang="ko-KR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sse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로 쿼리 가능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F9579-EEF7-8AC0-7BE7-007D13B02121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15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D12CC0-91E8-01C6-FAEF-F37868551686}"/>
              </a:ext>
            </a:extLst>
          </p:cNvPr>
          <p:cNvGrpSpPr/>
          <p:nvPr/>
        </p:nvGrpSpPr>
        <p:grpSpPr>
          <a:xfrm>
            <a:off x="1868460" y="1944866"/>
            <a:ext cx="4318471" cy="3948739"/>
            <a:chOff x="539759" y="1978724"/>
            <a:chExt cx="4318471" cy="3948739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6AC60F3E-203C-571A-5480-417C6993E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759" y="1978724"/>
              <a:ext cx="4318471" cy="3948739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F3B16C9-7256-0873-9259-8651461019DA}"/>
                </a:ext>
              </a:extLst>
            </p:cNvPr>
            <p:cNvSpPr/>
            <p:nvPr/>
          </p:nvSpPr>
          <p:spPr>
            <a:xfrm>
              <a:off x="1032734" y="2495775"/>
              <a:ext cx="3517752" cy="2474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6E8F485-411B-8406-0783-8DAD559BE803}"/>
                </a:ext>
              </a:extLst>
            </p:cNvPr>
            <p:cNvSpPr/>
            <p:nvPr/>
          </p:nvSpPr>
          <p:spPr>
            <a:xfrm>
              <a:off x="892885" y="3130475"/>
              <a:ext cx="3657601" cy="2474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3B02B1A-220D-9E74-EB2F-31EC85775864}"/>
                </a:ext>
              </a:extLst>
            </p:cNvPr>
            <p:cNvSpPr/>
            <p:nvPr/>
          </p:nvSpPr>
          <p:spPr>
            <a:xfrm>
              <a:off x="645459" y="4055633"/>
              <a:ext cx="3905027" cy="5163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0F6C8F9-B7DD-9132-3125-E45901F1C0C0}"/>
                </a:ext>
              </a:extLst>
            </p:cNvPr>
            <p:cNvSpPr/>
            <p:nvPr/>
          </p:nvSpPr>
          <p:spPr>
            <a:xfrm>
              <a:off x="645459" y="5421855"/>
              <a:ext cx="3905027" cy="2474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5896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DCFAE-2233-9295-F742-0BA3AC381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35EBA4-EB18-2DC0-33EF-3D2C29946B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E2D458-AC8C-C5F0-B440-B53340DA8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4.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Sumo Logic Source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 및 설정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C89214F-C304-B8E2-B7C2-DC220C69DA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D4E47B4-A638-C0A2-698B-699DBFDA43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32CB2E4-0BF0-D121-5C51-12CB70B3FF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Role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ARN: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생성한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IAM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Role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의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ARN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복사하여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Save</a:t>
            </a:r>
            <a:endParaRPr kumimoji="1" lang="ko-KR" altLang="en-US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BF7E1-A2A4-A28D-194B-5FDA1975CBE6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16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01E5A8-D611-74D4-41BD-AE38DD8E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82" y="1861950"/>
            <a:ext cx="5829300" cy="19177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187BEEA-1457-4493-3ABC-4E21E1E92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24" y="3687184"/>
            <a:ext cx="3797300" cy="2159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4069756-200E-AC45-24AA-8A449C67CACA}"/>
              </a:ext>
            </a:extLst>
          </p:cNvPr>
          <p:cNvCxnSpPr/>
          <p:nvPr/>
        </p:nvCxnSpPr>
        <p:spPr>
          <a:xfrm flipH="1">
            <a:off x="4378362" y="3593054"/>
            <a:ext cx="1161826" cy="193637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225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F793-974A-D254-E683-8526FBFC6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35CD0F-19F8-AAFE-D47C-0499E1BDE9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1. AWS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관리형 암호화 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9042D0-2B07-7264-ECD2-CC15EF807A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5.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Source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로그 수집 작동 확인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6B6978F-C011-FB42-3D7A-A2D7A4615E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1B611E1-74EC-898A-A3A2-6075D318A7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6C3F263-DAC1-208A-1EB0-84745F0F892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생성한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Source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의 쿼리 검색하여 로그 수집 확인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BF5C4-5E27-1801-64FA-6052CE205B2C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17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D5DB73B-DB15-90A9-72DB-F166DFC9B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96" y="1938036"/>
            <a:ext cx="6832600" cy="3962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1542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7965-AA9F-CBAA-6DFE-CFC887F54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0A39F8A-1CE2-21DE-4880-ED6791F9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E5636B7-EE7F-0C17-495A-7A62D3A7FC08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D7DEEB"/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pic>
        <p:nvPicPr>
          <p:cNvPr id="4" name="그림 3" descr="그래픽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234D55-2BD4-1A6A-BAA1-C9D7C19814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"/>
          </a:blip>
          <a:srcRect l="68120" t="25123" r="-844" b="58291"/>
          <a:stretch>
            <a:fillRect/>
          </a:stretch>
        </p:blipFill>
        <p:spPr>
          <a:xfrm>
            <a:off x="0" y="4731328"/>
            <a:ext cx="10482146" cy="212667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D3F73D0-D5E0-BA02-53E9-72ACE84C7D44}"/>
              </a:ext>
            </a:extLst>
          </p:cNvPr>
          <p:cNvSpPr/>
          <p:nvPr/>
        </p:nvSpPr>
        <p:spPr>
          <a:xfrm flipH="1">
            <a:off x="1523996" y="3324471"/>
            <a:ext cx="323461" cy="3533530"/>
          </a:xfrm>
          <a:prstGeom prst="rect">
            <a:avLst/>
          </a:prstGeom>
          <a:gradFill>
            <a:gsLst>
              <a:gs pos="0">
                <a:srgbClr val="D7DEEB"/>
              </a:gs>
              <a:gs pos="100000">
                <a:srgbClr val="203C63"/>
              </a:gs>
            </a:gsLst>
            <a:lin ang="5400000" scaled="1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6" name="그림 5" descr="그래픽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8C477C-5381-FBE4-2522-5FE5E165530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"/>
          </a:blip>
          <a:srcRect l="-11623" t="13636" r="71308" b="16516"/>
          <a:stretch>
            <a:fillRect/>
          </a:stretch>
        </p:blipFill>
        <p:spPr>
          <a:xfrm>
            <a:off x="9016300" y="0"/>
            <a:ext cx="31757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5C1486-9E74-5DD4-91B6-4A6F38E9DF11}"/>
              </a:ext>
            </a:extLst>
          </p:cNvPr>
          <p:cNvSpPr txBox="1"/>
          <p:nvPr/>
        </p:nvSpPr>
        <p:spPr>
          <a:xfrm>
            <a:off x="1379327" y="2017564"/>
            <a:ext cx="107075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6000" b="1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kumimoji="1" lang="en-US" altLang="ko-KR" sz="60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kumimoji="1" lang="ko-KR" altLang="en-US" sz="44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고객 관리형 암호화 </a:t>
            </a:r>
            <a:r>
              <a:rPr kumimoji="1" lang="en-US" altLang="ko-KR" sz="44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(SSE-KMS) </a:t>
            </a:r>
            <a:r>
              <a:rPr kumimoji="1" lang="ko-KR" altLang="en-US" sz="4400" b="1" i="0" dirty="0">
                <a:solidFill>
                  <a:srgbClr val="203C63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기반</a:t>
            </a:r>
            <a:endParaRPr kumimoji="1" lang="ko-Kore-KR" altLang="en-US" sz="4400" b="1" i="0">
              <a:solidFill>
                <a:srgbClr val="203C63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1786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FF5F6-EEBF-7BB9-0641-CE05A5F6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E0179D-ACF1-419F-3D4A-A776D52F9D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6EDCE3-9F20-DDB4-7EDA-B4F9F9FED4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키 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C7755EC-89FC-52C4-849F-4CFCE9002E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35CDF3E-CC01-52C6-5529-B334F1C33B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4A4B179-5B2D-8661-ED1D-7BFF1B7BA33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KMS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(Key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Management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Service)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검색하여 이동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좌측 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Customer managed keys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메뉴 클릭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Create key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버튼 클릭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3B98A-680D-A281-D2BA-3B03B4969B8E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19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28F708A-09DC-50DC-6E6F-A58BABCA3457}"/>
              </a:ext>
            </a:extLst>
          </p:cNvPr>
          <p:cNvGrpSpPr/>
          <p:nvPr/>
        </p:nvGrpSpPr>
        <p:grpSpPr>
          <a:xfrm>
            <a:off x="396238" y="2980066"/>
            <a:ext cx="7262916" cy="1878340"/>
            <a:chOff x="434788" y="2048202"/>
            <a:chExt cx="7262916" cy="187834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35316C7-E891-5768-811F-FCDD93D42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788" y="2048202"/>
              <a:ext cx="7262916" cy="187834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C4779AF-3327-40D5-5EBE-AE8CC4740978}"/>
                </a:ext>
              </a:extLst>
            </p:cNvPr>
            <p:cNvSpPr/>
            <p:nvPr/>
          </p:nvSpPr>
          <p:spPr>
            <a:xfrm>
              <a:off x="6938682" y="2842143"/>
              <a:ext cx="623946" cy="1915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5E2DB5-F30F-D1E6-C084-50184FA5BDA3}"/>
                </a:ext>
              </a:extLst>
            </p:cNvPr>
            <p:cNvSpPr/>
            <p:nvPr/>
          </p:nvSpPr>
          <p:spPr>
            <a:xfrm>
              <a:off x="701039" y="2528047"/>
              <a:ext cx="1353671" cy="1739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1539F72-66EF-D46A-E3CC-22DAC42B8D45}"/>
                </a:ext>
              </a:extLst>
            </p:cNvPr>
            <p:cNvSpPr/>
            <p:nvPr/>
          </p:nvSpPr>
          <p:spPr>
            <a:xfrm>
              <a:off x="434788" y="3342043"/>
              <a:ext cx="1353671" cy="1739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3167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0CE8-231A-B7AE-787E-5702715B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13E1D7-6FB2-79DD-2EC1-6B9D8F3B53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FABB656-D025-29C3-2D63-3839B9840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키 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0B81EF5-3877-3920-DD3B-1B2C0AABB2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311D8F0-6AA7-EDA1-D2EC-C2E6135EC0A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A7C5F1E-D075-8683-99DA-A25932BD38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Key type: Symmetric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Key usage: Encrypt and decrypt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Next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89B86-F608-EE22-B9F3-CE1ABE891374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20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1DC2E18-D2E8-8FE9-2BF2-4CF4989C7FBB}"/>
              </a:ext>
            </a:extLst>
          </p:cNvPr>
          <p:cNvGrpSpPr/>
          <p:nvPr/>
        </p:nvGrpSpPr>
        <p:grpSpPr>
          <a:xfrm>
            <a:off x="922546" y="2211086"/>
            <a:ext cx="6210300" cy="3416300"/>
            <a:chOff x="591895" y="2021503"/>
            <a:chExt cx="6210300" cy="34163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0B58C6B-0B69-6773-A668-75DF78C3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895" y="2021503"/>
              <a:ext cx="6210300" cy="34163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C35D58E-34B1-0435-8F02-D6A9A5FB29DF}"/>
                </a:ext>
              </a:extLst>
            </p:cNvPr>
            <p:cNvSpPr/>
            <p:nvPr/>
          </p:nvSpPr>
          <p:spPr>
            <a:xfrm>
              <a:off x="6232038" y="5109883"/>
              <a:ext cx="502250" cy="1936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C8DEB78-1A29-6A72-6454-34EBBF4459BD}"/>
                </a:ext>
              </a:extLst>
            </p:cNvPr>
            <p:cNvSpPr/>
            <p:nvPr/>
          </p:nvSpPr>
          <p:spPr>
            <a:xfrm>
              <a:off x="819373" y="2668228"/>
              <a:ext cx="2892015" cy="5052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9AE5F1A-E66C-A7B1-B53A-FCFCAA9A8F46}"/>
                </a:ext>
              </a:extLst>
            </p:cNvPr>
            <p:cNvSpPr/>
            <p:nvPr/>
          </p:nvSpPr>
          <p:spPr>
            <a:xfrm>
              <a:off x="819373" y="3729652"/>
              <a:ext cx="2892015" cy="5052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8085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35F2-6D2C-237E-E772-D76CE431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0EEA5D-24BB-B273-AE8D-EBC3F42FAE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516F94-7ABD-566F-9B99-C61FD3E625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키 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24A0E45-096A-268B-4126-51163E18CA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CB8F118-8385-5FC2-4AAE-8251FE8CA8D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792927F-49C2-CCC2-D5E6-F8892253B9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Alias: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보여질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Key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이름 입력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Next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Key admin permissions, usage permissions, key policy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모두 기본값으로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Next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Finish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AD0A4-526F-A8BD-E4A4-1FBE0287969A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21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1D0608B-A1B6-1ED5-DD9D-AE16B6FA0F51}"/>
              </a:ext>
            </a:extLst>
          </p:cNvPr>
          <p:cNvGrpSpPr/>
          <p:nvPr/>
        </p:nvGrpSpPr>
        <p:grpSpPr>
          <a:xfrm>
            <a:off x="1399574" y="1881100"/>
            <a:ext cx="5256244" cy="4076271"/>
            <a:chOff x="599888" y="1861950"/>
            <a:chExt cx="5256244" cy="4076271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ADC7F200-C5F6-F338-734D-091CE9529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9888" y="1861950"/>
              <a:ext cx="5256244" cy="4076271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46E7C7C-031B-B811-31CC-BC9984E083C3}"/>
                </a:ext>
              </a:extLst>
            </p:cNvPr>
            <p:cNvSpPr/>
            <p:nvPr/>
          </p:nvSpPr>
          <p:spPr>
            <a:xfrm>
              <a:off x="5353882" y="5637007"/>
              <a:ext cx="390702" cy="17212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427E252-7EF9-37C7-3979-3EEC711EF69E}"/>
                </a:ext>
              </a:extLst>
            </p:cNvPr>
            <p:cNvSpPr/>
            <p:nvPr/>
          </p:nvSpPr>
          <p:spPr>
            <a:xfrm>
              <a:off x="819373" y="2301454"/>
              <a:ext cx="4860665" cy="6744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3875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AB77-0836-B990-8D14-01BD4543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C534E0-2314-BF02-165D-240A8801A1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F8D84B-3F59-3C9B-12DE-38FACDCD27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1.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키 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3B3733E-E7F9-87AC-9E6E-D9110EAD28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6D41522-5D81-EC19-BBEA-2CF8CDBF07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1953FD4-68FB-42C0-10E7-8BA40A41E7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생성한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Key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클릭하여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ARN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복사해두기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6AB71-FD01-D224-306D-DDBD75B5C005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22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69C854D-991B-0D9F-5910-2B5C57A50CBF}"/>
              </a:ext>
            </a:extLst>
          </p:cNvPr>
          <p:cNvGrpSpPr/>
          <p:nvPr/>
        </p:nvGrpSpPr>
        <p:grpSpPr>
          <a:xfrm>
            <a:off x="571934" y="2581835"/>
            <a:ext cx="6917198" cy="2665652"/>
            <a:chOff x="571934" y="2441986"/>
            <a:chExt cx="6917198" cy="266565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8F13C84-EA56-52D0-18B6-9F4F51826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934" y="2441986"/>
              <a:ext cx="6917198" cy="2665652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C1351FA-6A9C-CF2C-971C-BF234EC7EAE3}"/>
                </a:ext>
              </a:extLst>
            </p:cNvPr>
            <p:cNvSpPr/>
            <p:nvPr/>
          </p:nvSpPr>
          <p:spPr>
            <a:xfrm>
              <a:off x="3108001" y="4195482"/>
              <a:ext cx="2421430" cy="8175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0821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16042-9F08-09CD-6B71-42B62F06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AE4A37-D02D-BB7F-5426-778E1A025B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D2D4CC-A0CC-D571-247D-05A7B6056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S3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버킷 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1CCEF5A-BE73-57F9-8D07-71E8D8A286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D645CC3-3336-DADE-4AAA-6F25678905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4D684B2-32DC-9FBE-7DE6-C0D7740C089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→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S3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검색 후 이동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→ Create bucket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D7034-7D94-9606-30A0-38158CF56D21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23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FD7B793-16C4-BD9B-E95F-B3273C21A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46" y="2550663"/>
            <a:ext cx="7170868" cy="27371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3434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AA3A9-1B40-3464-AAA4-BFFC7DC8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FF8C54-6BC8-51CE-0589-21466A0132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FE8E8D8-2061-E384-3F11-34B1312E3F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2.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S3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버킷 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DE30B4F-F997-3927-D00C-4DDE6C25F0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739DBBD-4DD2-06AF-7166-BC484E66A8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AC7B71B-A5EA-A261-CA95-6BE0FF5D91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Bucket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이름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Default encryption: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SSE-KMS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Enter KMS Key ARN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 후 생성한 키의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ARN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붙여넣기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나머지 기본값으로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Create bucket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7EF4-E26C-2C7D-ED3F-4C201033D259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24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322F3FD-C18C-E33C-2EB9-F151BF487F75}"/>
              </a:ext>
            </a:extLst>
          </p:cNvPr>
          <p:cNvGrpSpPr/>
          <p:nvPr/>
        </p:nvGrpSpPr>
        <p:grpSpPr>
          <a:xfrm>
            <a:off x="410401" y="1861950"/>
            <a:ext cx="5472715" cy="1938793"/>
            <a:chOff x="410401" y="2232403"/>
            <a:chExt cx="5472715" cy="1938793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760D84B-D123-6FFD-8D87-774C2973D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10401" y="2232403"/>
              <a:ext cx="5308600" cy="193879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BD33149-9D5E-9E00-1BBE-25153E62F226}"/>
                </a:ext>
              </a:extLst>
            </p:cNvPr>
            <p:cNvSpPr/>
            <p:nvPr/>
          </p:nvSpPr>
          <p:spPr>
            <a:xfrm>
              <a:off x="430306" y="3571538"/>
              <a:ext cx="5452810" cy="4303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32F10BE-E7A2-7A17-E768-E84863A3A105}"/>
              </a:ext>
            </a:extLst>
          </p:cNvPr>
          <p:cNvGrpSpPr/>
          <p:nvPr/>
        </p:nvGrpSpPr>
        <p:grpSpPr>
          <a:xfrm>
            <a:off x="2251459" y="3779227"/>
            <a:ext cx="5452810" cy="2196271"/>
            <a:chOff x="2090095" y="3749884"/>
            <a:chExt cx="5452810" cy="219627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6C085B6-0A87-AAFE-B11A-95C624273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0095" y="3749884"/>
              <a:ext cx="5452810" cy="2196271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183A1BA-9986-F607-949C-9CB8B7EC12B2}"/>
                </a:ext>
              </a:extLst>
            </p:cNvPr>
            <p:cNvSpPr/>
            <p:nvPr/>
          </p:nvSpPr>
          <p:spPr>
            <a:xfrm>
              <a:off x="2090095" y="4442681"/>
              <a:ext cx="3019787" cy="1615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9DA10C7-83FF-C63D-5E8A-3B9EE9EA588E}"/>
                </a:ext>
              </a:extLst>
            </p:cNvPr>
            <p:cNvSpPr/>
            <p:nvPr/>
          </p:nvSpPr>
          <p:spPr>
            <a:xfrm>
              <a:off x="2090095" y="5260262"/>
              <a:ext cx="4321463" cy="4303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9112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7443-DB44-B8C6-AA45-8B3766C8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90715B-F79C-E953-F12C-4F5CC96177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23686B-88AC-A185-862A-E51F49EAB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3.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Policy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4293ADE-0C4C-E8B1-630B-D383734AD5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F361A20-15FF-1AD8-1FC1-537E121E86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8255FE7-98EF-EB1C-6876-014C07904B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→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IAM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이동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Policies → Create policy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5EE8E-3971-9EB2-8F57-5846EC1E1E83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25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44CF814-8FCF-BC84-95F4-990A55D56A93}"/>
              </a:ext>
            </a:extLst>
          </p:cNvPr>
          <p:cNvGrpSpPr/>
          <p:nvPr/>
        </p:nvGrpSpPr>
        <p:grpSpPr>
          <a:xfrm>
            <a:off x="410833" y="2636208"/>
            <a:ext cx="7233725" cy="2566056"/>
            <a:chOff x="433508" y="1984430"/>
            <a:chExt cx="7233725" cy="256605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CE8D8F8-7F30-A019-F0B0-A843971BB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508" y="1984430"/>
              <a:ext cx="7233725" cy="2566056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73AE602-B1A5-C67D-54A1-B73BBAD197B8}"/>
                </a:ext>
              </a:extLst>
            </p:cNvPr>
            <p:cNvSpPr/>
            <p:nvPr/>
          </p:nvSpPr>
          <p:spPr>
            <a:xfrm>
              <a:off x="6841863" y="2463502"/>
              <a:ext cx="825369" cy="2366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46338E7-A314-2ECD-3FDF-43EBEB7E89F3}"/>
                </a:ext>
              </a:extLst>
            </p:cNvPr>
            <p:cNvSpPr/>
            <p:nvPr/>
          </p:nvSpPr>
          <p:spPr>
            <a:xfrm>
              <a:off x="495084" y="4208034"/>
              <a:ext cx="440831" cy="2026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04130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99DB-849A-F78D-BD19-9494A1BC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A1C28A-5FB1-F8BC-DC9A-6DB425D92E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CCA048-C11E-65A6-544E-82A841DBDB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3.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Policy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799B95F-CEFC-9E2E-D8EA-E08D259C07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777162C-D570-1174-6A4E-007275EA581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C9ECB6A-8CDF-9241-4F38-BDE40ABDC0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JSON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&gt;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“Statement”</a:t>
            </a:r>
            <a:r>
              <a:rPr kumimoji="1"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 아래 내용 </a:t>
            </a:r>
            <a:r>
              <a:rPr kumimoji="1"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붙여넣고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Next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9879E-CE4B-DAFF-0348-BC4F13D2396D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26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B04A529-BD83-85A1-1F0E-88D080CE3410}"/>
              </a:ext>
            </a:extLst>
          </p:cNvPr>
          <p:cNvGrpSpPr/>
          <p:nvPr/>
        </p:nvGrpSpPr>
        <p:grpSpPr>
          <a:xfrm>
            <a:off x="907892" y="1911557"/>
            <a:ext cx="6239607" cy="4015357"/>
            <a:chOff x="323253" y="1521207"/>
            <a:chExt cx="6769100" cy="43561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F6FCD13-3CF0-9699-EC82-EC8C39A10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253" y="1521207"/>
              <a:ext cx="6769100" cy="43561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8FF1E1F-AF76-27FC-21D7-198C2D3E4C15}"/>
                </a:ext>
              </a:extLst>
            </p:cNvPr>
            <p:cNvSpPr/>
            <p:nvPr/>
          </p:nvSpPr>
          <p:spPr>
            <a:xfrm>
              <a:off x="6306568" y="2549563"/>
              <a:ext cx="481507" cy="2043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D34EDAE-D1B4-3A55-417E-094F6F496F2C}"/>
                </a:ext>
              </a:extLst>
            </p:cNvPr>
            <p:cNvSpPr/>
            <p:nvPr/>
          </p:nvSpPr>
          <p:spPr>
            <a:xfrm>
              <a:off x="2941216" y="3274918"/>
              <a:ext cx="2319273" cy="22686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A9C3BA2-FE2D-C8E1-6380-4DBAC778C4C3}"/>
              </a:ext>
            </a:extLst>
          </p:cNvPr>
          <p:cNvSpPr/>
          <p:nvPr/>
        </p:nvSpPr>
        <p:spPr>
          <a:xfrm>
            <a:off x="8351082" y="2421869"/>
            <a:ext cx="3367143" cy="3613172"/>
          </a:xfrm>
          <a:prstGeom prst="roundRect">
            <a:avLst>
              <a:gd name="adj" fmla="val 1006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1100" dirty="0"/>
              <a:t>{</a:t>
            </a:r>
          </a:p>
          <a:p>
            <a:r>
              <a:rPr kumimoji="1" lang="en" altLang="ko-KR" sz="1100" dirty="0"/>
              <a:t>      "Effect": "Allow",</a:t>
            </a:r>
          </a:p>
          <a:p>
            <a:r>
              <a:rPr kumimoji="1" lang="en" altLang="ko-KR" sz="1100" dirty="0"/>
              <a:t>      "Action": [</a:t>
            </a:r>
          </a:p>
          <a:p>
            <a:r>
              <a:rPr kumimoji="1" lang="en" altLang="ko-KR" sz="1100" dirty="0"/>
              <a:t>        "s3:GetObject",</a:t>
            </a:r>
          </a:p>
          <a:p>
            <a:r>
              <a:rPr kumimoji="1" lang="en" altLang="ko-KR" sz="1100" dirty="0"/>
              <a:t>        "s3:GetObjectVersion",</a:t>
            </a:r>
          </a:p>
          <a:p>
            <a:r>
              <a:rPr kumimoji="1" lang="en" altLang="ko-KR" sz="1100" dirty="0"/>
              <a:t>        "s3:ListBucketVersions",</a:t>
            </a:r>
          </a:p>
          <a:p>
            <a:r>
              <a:rPr kumimoji="1" lang="en" altLang="ko-KR" sz="1100" dirty="0"/>
              <a:t>        "s3:ListBucket"</a:t>
            </a:r>
          </a:p>
          <a:p>
            <a:r>
              <a:rPr kumimoji="1" lang="en" altLang="ko-KR" sz="1100" dirty="0"/>
              <a:t>      ],</a:t>
            </a:r>
          </a:p>
          <a:p>
            <a:r>
              <a:rPr kumimoji="1" lang="en" altLang="ko-KR" sz="1100" dirty="0"/>
              <a:t>      "Resource": [</a:t>
            </a:r>
          </a:p>
          <a:p>
            <a:r>
              <a:rPr kumimoji="1" lang="en" altLang="ko-KR" sz="1100" dirty="0"/>
              <a:t>        "arn:aws:s3:::</a:t>
            </a:r>
            <a:r>
              <a:rPr kumimoji="1" lang="en" altLang="ko-KR" sz="1100" dirty="0" err="1"/>
              <a:t>your_bucketname</a:t>
            </a:r>
            <a:r>
              <a:rPr kumimoji="1" lang="en" altLang="ko-KR" sz="1100" dirty="0"/>
              <a:t>",</a:t>
            </a:r>
          </a:p>
          <a:p>
            <a:r>
              <a:rPr kumimoji="1" lang="en" altLang="ko-KR" sz="1100" dirty="0"/>
              <a:t>        "arn:aws:s3:::</a:t>
            </a:r>
            <a:r>
              <a:rPr kumimoji="1" lang="en" altLang="ko-KR" sz="1100" dirty="0" err="1"/>
              <a:t>your_bucketname</a:t>
            </a:r>
            <a:r>
              <a:rPr kumimoji="1" lang="en" altLang="ko-KR" sz="1100" dirty="0"/>
              <a:t>/*"</a:t>
            </a:r>
          </a:p>
          <a:p>
            <a:r>
              <a:rPr kumimoji="1" lang="en" altLang="ko-KR" sz="1100" dirty="0"/>
              <a:t>      ]</a:t>
            </a:r>
          </a:p>
          <a:p>
            <a:r>
              <a:rPr kumimoji="1" lang="en" altLang="ko-KR" sz="1100" dirty="0"/>
              <a:t>    },</a:t>
            </a:r>
          </a:p>
          <a:p>
            <a:r>
              <a:rPr kumimoji="1" lang="en" altLang="ko-KR" sz="1100" dirty="0"/>
              <a:t>    {</a:t>
            </a:r>
          </a:p>
          <a:p>
            <a:r>
              <a:rPr kumimoji="1" lang="en" altLang="ko-KR" sz="1100" dirty="0"/>
              <a:t>      "Effect": "Allow",</a:t>
            </a:r>
          </a:p>
          <a:p>
            <a:r>
              <a:rPr kumimoji="1" lang="en" altLang="ko-KR" sz="1100" dirty="0"/>
              <a:t>      "Action": [</a:t>
            </a:r>
          </a:p>
          <a:p>
            <a:r>
              <a:rPr kumimoji="1" lang="en" altLang="ko-KR" sz="1100" dirty="0"/>
              <a:t>        "</a:t>
            </a:r>
            <a:r>
              <a:rPr kumimoji="1" lang="en" altLang="ko-KR" sz="1100" dirty="0" err="1"/>
              <a:t>kms:Decrypt</a:t>
            </a:r>
            <a:r>
              <a:rPr kumimoji="1" lang="en" altLang="ko-KR" sz="1100" dirty="0"/>
              <a:t>"</a:t>
            </a:r>
          </a:p>
          <a:p>
            <a:r>
              <a:rPr kumimoji="1" lang="en" altLang="ko-KR" sz="1100" dirty="0"/>
              <a:t>      ],</a:t>
            </a:r>
          </a:p>
          <a:p>
            <a:r>
              <a:rPr kumimoji="1" lang="en" altLang="ko-KR" sz="1100" dirty="0"/>
              <a:t>      "Resource": "</a:t>
            </a:r>
            <a:r>
              <a:rPr kumimoji="1" lang="en" altLang="ko-KR" sz="1100" dirty="0" err="1"/>
              <a:t>your_kms_key_arn</a:t>
            </a:r>
            <a:r>
              <a:rPr kumimoji="1" lang="en" altLang="ko-KR" sz="1100" dirty="0"/>
              <a:t>"</a:t>
            </a:r>
          </a:p>
          <a:p>
            <a:r>
              <a:rPr kumimoji="1" lang="en" altLang="ko-KR" sz="11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757298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A1383-FC9D-E969-000F-F448DA47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30B7D8-32CB-42E1-A4D5-A5205D6761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FDE798-8770-72CB-3C2D-E8D4EEABB3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3.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Policy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962225-751D-4AA4-D317-A73336F9A33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9202970-C8D7-E8F0-7327-F13915AEF6F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E1D6842-11EA-7D19-5460-152D3517AD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Policy name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입력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Create policy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471A-B2E4-1769-EB71-82690430A0E7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27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DC43A7A-5587-1700-23C1-1C2A98183F6B}"/>
              </a:ext>
            </a:extLst>
          </p:cNvPr>
          <p:cNvGrpSpPr/>
          <p:nvPr/>
        </p:nvGrpSpPr>
        <p:grpSpPr>
          <a:xfrm>
            <a:off x="569019" y="2608805"/>
            <a:ext cx="6917354" cy="2620861"/>
            <a:chOff x="366875" y="1905255"/>
            <a:chExt cx="6917354" cy="262086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C11B5EB-0553-0D1C-7AA4-B3F86E366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366875" y="1905255"/>
              <a:ext cx="6917354" cy="2620861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F091CD4-2E6B-D158-FD57-3B6C3981ECF6}"/>
                </a:ext>
              </a:extLst>
            </p:cNvPr>
            <p:cNvSpPr/>
            <p:nvPr/>
          </p:nvSpPr>
          <p:spPr>
            <a:xfrm>
              <a:off x="677549" y="3347249"/>
              <a:ext cx="6465346" cy="8500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478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60F64-53E2-80CB-676A-BC5619DBC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04963-1656-2556-C9FE-955CB8E22B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E238F7-108E-3453-EF0C-E611065E45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4.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Role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7DB1A90-4DDA-EBD9-70C1-50A53742B5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AE95DDB-43F2-721E-0CA7-308DDA4086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90A09A1-97E4-10FE-DE4B-837645A958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→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IAM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이동 →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Roles → Create role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A9FE3-0A7A-9993-1A05-D64715ECB472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28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AA4ECA2-E5C1-133B-DBDE-10281774826B}"/>
              </a:ext>
            </a:extLst>
          </p:cNvPr>
          <p:cNvGrpSpPr/>
          <p:nvPr/>
        </p:nvGrpSpPr>
        <p:grpSpPr>
          <a:xfrm>
            <a:off x="436883" y="2726122"/>
            <a:ext cx="7181626" cy="2386227"/>
            <a:chOff x="413273" y="2201495"/>
            <a:chExt cx="7181626" cy="23862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003C0C5-4D2A-121A-DE16-C662F396E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273" y="2201495"/>
              <a:ext cx="7181626" cy="238622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CB390D2-AFB4-BBD3-E7C1-8FEDEE3137AE}"/>
                </a:ext>
              </a:extLst>
            </p:cNvPr>
            <p:cNvSpPr/>
            <p:nvPr/>
          </p:nvSpPr>
          <p:spPr>
            <a:xfrm>
              <a:off x="6820348" y="3014438"/>
              <a:ext cx="677914" cy="1913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CC5CD96-2487-C9E4-8FA5-9FA31898AE77}"/>
                </a:ext>
              </a:extLst>
            </p:cNvPr>
            <p:cNvSpPr/>
            <p:nvPr/>
          </p:nvSpPr>
          <p:spPr>
            <a:xfrm>
              <a:off x="413455" y="4216998"/>
              <a:ext cx="500945" cy="1846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4134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D5C3-1658-9F94-82A9-D8783D0C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7ACD92-834D-8C1C-FEAB-A1F1BC71A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EB1606-6C91-48A7-8BA4-5B6C06482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4.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Role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1F2B1AB-8D31-E61B-1189-C1341A5A2D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F4192EE-87AF-27EF-AC1D-82E1E801DA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5F226B7-2C6A-3DD9-BCB7-1CD7F7563B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Another AWS account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Account ID: 926226587429 (Sumo Logic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공식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Account ID)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External ID: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us1:0000000000BC4E3F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(Sumo Logic Source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화면에서 확인 가능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작성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8BDF1-85DA-F900-187E-C988C69935E4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29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30A368F-A37F-B965-5DB3-30B9BB749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42" y="1786910"/>
            <a:ext cx="4114800" cy="19939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5E1F53-A854-9354-231A-52832D370D5D}"/>
              </a:ext>
            </a:extLst>
          </p:cNvPr>
          <p:cNvSpPr/>
          <p:nvPr/>
        </p:nvSpPr>
        <p:spPr>
          <a:xfrm>
            <a:off x="2564984" y="2475683"/>
            <a:ext cx="1813378" cy="5593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6F883C3-B12F-B395-8D8F-79AA5A65C1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71249" y="3256028"/>
            <a:ext cx="4413271" cy="276874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605234-A7AF-C84E-1DE7-B62ADB089202}"/>
              </a:ext>
            </a:extLst>
          </p:cNvPr>
          <p:cNvSpPr/>
          <p:nvPr/>
        </p:nvSpPr>
        <p:spPr>
          <a:xfrm>
            <a:off x="3352085" y="3832941"/>
            <a:ext cx="1467341" cy="3625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395BD1-4CEC-C1BE-63CB-186EED1D1611}"/>
              </a:ext>
            </a:extLst>
          </p:cNvPr>
          <p:cNvSpPr/>
          <p:nvPr/>
        </p:nvSpPr>
        <p:spPr>
          <a:xfrm>
            <a:off x="3352085" y="4790371"/>
            <a:ext cx="4232056" cy="652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7800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5F35-D480-ABD4-9C63-53527E68C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02420B2-7169-01FF-F994-D75ECDAD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4780" y="2395236"/>
            <a:ext cx="5985831" cy="3048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197E10-8C13-13A9-5F0C-5C5F793697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B60423-61EA-5187-CA96-C2DD4C0821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4.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Role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5CFDCEB-9234-7325-4619-52B35AEE6E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222D4D7-56B0-6856-B0F8-2FD2DA0F82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B886477-ECD8-55F6-0FF4-23C0AB113D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Add permissions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방금 만든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Policy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체크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89699-CC47-A112-2E8C-DB796986B38D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30</a:t>
            </a:fld>
            <a:endParaRPr lang="en-US">
              <a:solidFill>
                <a:srgbClr val="173F69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7C12CE-2D72-7F06-DDF2-05F8BB2E6256}"/>
              </a:ext>
            </a:extLst>
          </p:cNvPr>
          <p:cNvSpPr/>
          <p:nvPr/>
        </p:nvSpPr>
        <p:spPr>
          <a:xfrm>
            <a:off x="1273737" y="4346090"/>
            <a:ext cx="5529431" cy="224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1844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9A052-2CC1-8EA8-257C-F6710DB6C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8691E3-1617-153A-5321-47C5699965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869831-2286-A8E6-CC0A-BEC43AA12F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4.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IAM Role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생성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329D639-882C-CEE7-180F-E605E072B6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3B880DE-19CE-7ADF-59D4-F3BD5CFBF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48858FF-D299-BF2B-96A1-21A466B91C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Role name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입력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내용 맞는지 확인 후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Create role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버튼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CC7F-BBA3-A7D7-F313-CC578E601B3C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31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76D8330-6E69-BD80-BF02-ABA2E1309E0A}"/>
              </a:ext>
            </a:extLst>
          </p:cNvPr>
          <p:cNvGrpSpPr/>
          <p:nvPr/>
        </p:nvGrpSpPr>
        <p:grpSpPr>
          <a:xfrm>
            <a:off x="1106696" y="2389803"/>
            <a:ext cx="5842000" cy="3048000"/>
            <a:chOff x="1041717" y="2301454"/>
            <a:chExt cx="5842000" cy="3048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8EB5448-5721-6894-319D-A8C84AA30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041717" y="2301454"/>
              <a:ext cx="5842000" cy="30480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F96DC9C-1F16-4C47-13FA-AACCE3BFAD91}"/>
                </a:ext>
              </a:extLst>
            </p:cNvPr>
            <p:cNvSpPr/>
            <p:nvPr/>
          </p:nvSpPr>
          <p:spPr>
            <a:xfrm>
              <a:off x="1278021" y="3310665"/>
              <a:ext cx="5499349" cy="9278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7027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DB951-E3B0-668D-6FCE-3F4AE3D2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272149-3E42-3EE8-650A-8B3597236F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BEE582-5CDD-46EF-D838-629954ECC0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5.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KMS Key Policy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수정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3DC88EE-8D16-4BD9-A1BB-EB46AE5C5A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6478E7B-36AA-E8CE-1BB4-43F070FC71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AWS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콘솔 → 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KMS → Customer managed keys →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만든 키 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Key policy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탭에서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Edit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2B0D624-2E20-03D8-548A-A59B5FCF84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DD5F8-D7F9-D972-5960-A064D916D012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32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241936E-3299-B78D-792C-3E0BA5E7609B}"/>
              </a:ext>
            </a:extLst>
          </p:cNvPr>
          <p:cNvGrpSpPr/>
          <p:nvPr/>
        </p:nvGrpSpPr>
        <p:grpSpPr>
          <a:xfrm>
            <a:off x="431504" y="2020124"/>
            <a:ext cx="7192383" cy="3798224"/>
            <a:chOff x="477819" y="1870393"/>
            <a:chExt cx="7192383" cy="379822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AE6CC5B-50A7-1BC9-DB43-0AA0EC546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819" y="1870393"/>
              <a:ext cx="7192383" cy="3798224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1AD4C7D-1C0B-1CCE-4EB2-2292FEA0E023}"/>
                </a:ext>
              </a:extLst>
            </p:cNvPr>
            <p:cNvSpPr/>
            <p:nvPr/>
          </p:nvSpPr>
          <p:spPr>
            <a:xfrm>
              <a:off x="5924884" y="4873278"/>
              <a:ext cx="443832" cy="2259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36BC548-2EC9-4A5E-2840-467F65C0CF77}"/>
                </a:ext>
              </a:extLst>
            </p:cNvPr>
            <p:cNvSpPr/>
            <p:nvPr/>
          </p:nvSpPr>
          <p:spPr>
            <a:xfrm>
              <a:off x="558611" y="2895664"/>
              <a:ext cx="1044278" cy="1917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7358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E62D-E3D7-ACAE-B833-A7B36C272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3D1928-3F8E-36DC-7265-72D8CADC20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71BDEF-C398-2B3C-42CB-58C738A69F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5.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KMS Key Policy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수정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859461D-D704-9245-F2A2-4221018F86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EE18E56-8E3C-2ECF-98F6-C0769143FE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4AC6C53-0AAF-72FE-5095-15298224AA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</a:t>
            </a:r>
            <a:r>
              <a:rPr kumimoji="1"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Statement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배열 안에 아래 내용 추가 하고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Save changes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클릭</a:t>
            </a:r>
            <a:b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내용 지우지 말고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붙이고 추가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66D0C-B60F-DAAD-E177-DED4C6F50329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33</a:t>
            </a:fld>
            <a:endParaRPr lang="en-US">
              <a:solidFill>
                <a:srgbClr val="173F69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E0EE5E8-289A-877E-4EA3-2356643F46BB}"/>
              </a:ext>
            </a:extLst>
          </p:cNvPr>
          <p:cNvGrpSpPr/>
          <p:nvPr/>
        </p:nvGrpSpPr>
        <p:grpSpPr>
          <a:xfrm>
            <a:off x="1174922" y="1762874"/>
            <a:ext cx="5705548" cy="4312723"/>
            <a:chOff x="1174922" y="1753982"/>
            <a:chExt cx="5705548" cy="431272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DD0D667C-2518-BA15-843C-D4D5AA541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4922" y="1753982"/>
              <a:ext cx="5705548" cy="431272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6E64B72-D2F8-18F0-8523-E674B61F73B0}"/>
                </a:ext>
              </a:extLst>
            </p:cNvPr>
            <p:cNvSpPr/>
            <p:nvPr/>
          </p:nvSpPr>
          <p:spPr>
            <a:xfrm>
              <a:off x="2377439" y="4238512"/>
              <a:ext cx="3334871" cy="14415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A74C205D-7AD2-E4D8-2EA6-117265B91F4B}"/>
              </a:ext>
            </a:extLst>
          </p:cNvPr>
          <p:cNvSpPr/>
          <p:nvPr/>
        </p:nvSpPr>
        <p:spPr>
          <a:xfrm>
            <a:off x="8351082" y="2766113"/>
            <a:ext cx="3367143" cy="1816643"/>
          </a:xfrm>
          <a:prstGeom prst="roundRect">
            <a:avLst>
              <a:gd name="adj" fmla="val 1006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1000" dirty="0"/>
              <a:t>{</a:t>
            </a:r>
          </a:p>
          <a:p>
            <a:r>
              <a:rPr kumimoji="1" lang="en" altLang="ko-KR" sz="1000" dirty="0"/>
              <a:t>  "Sid": "Enable Sumo Logic S3 kms decrypt",</a:t>
            </a:r>
          </a:p>
          <a:p>
            <a:r>
              <a:rPr kumimoji="1" lang="en" altLang="ko-KR" sz="1000" dirty="0"/>
              <a:t>  "Effect": "Allow",</a:t>
            </a:r>
          </a:p>
          <a:p>
            <a:r>
              <a:rPr kumimoji="1" lang="en" altLang="ko-KR" sz="1000" dirty="0"/>
              <a:t>  "Principal": {</a:t>
            </a:r>
          </a:p>
          <a:p>
            <a:r>
              <a:rPr kumimoji="1" lang="en" altLang="ko-KR" sz="1000" dirty="0"/>
              <a:t>    "AWS": "</a:t>
            </a:r>
            <a:r>
              <a:rPr kumimoji="1" lang="ko-KR" altLang="en-US" sz="1000" dirty="0"/>
              <a:t>방금 복사한 </a:t>
            </a:r>
            <a:r>
              <a:rPr kumimoji="1" lang="en" altLang="ko-KR" sz="1000" dirty="0"/>
              <a:t>IAM Role ARN"</a:t>
            </a:r>
          </a:p>
          <a:p>
            <a:r>
              <a:rPr kumimoji="1" lang="en" altLang="ko-KR" sz="1000" dirty="0"/>
              <a:t>  },</a:t>
            </a:r>
          </a:p>
          <a:p>
            <a:r>
              <a:rPr kumimoji="1" lang="en" altLang="ko-KR" sz="1000" dirty="0"/>
              <a:t>  "Action": "</a:t>
            </a:r>
            <a:r>
              <a:rPr kumimoji="1" lang="en" altLang="ko-KR" sz="1000" dirty="0" err="1"/>
              <a:t>kms:Decrypt</a:t>
            </a:r>
            <a:r>
              <a:rPr kumimoji="1" lang="en" altLang="ko-KR" sz="1000" dirty="0"/>
              <a:t>",</a:t>
            </a:r>
          </a:p>
          <a:p>
            <a:r>
              <a:rPr kumimoji="1" lang="en" altLang="ko-KR" sz="1000" dirty="0"/>
              <a:t>  "Resource": "*"</a:t>
            </a:r>
          </a:p>
          <a:p>
            <a:r>
              <a:rPr kumimoji="1" lang="en" altLang="ko-KR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8229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28A5A-4F70-96CE-CB17-5CF706EB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A702DF-A580-3B76-3779-8567C01FFA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2.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고객 관리형 암호화 </a:t>
            </a:r>
            <a:r>
              <a:rPr kumimoji="1" lang="en-US" altLang="ko-KR" dirty="0">
                <a:latin typeface="나눔고딕" pitchFamily="2" charset="-127"/>
                <a:ea typeface="나눔고딕" pitchFamily="2" charset="-127"/>
              </a:rPr>
              <a:t>(SSE-KMS) </a:t>
            </a:r>
            <a:r>
              <a:rPr kumimoji="1" lang="ko-KR" altLang="en-US" dirty="0">
                <a:latin typeface="나눔고딕" pitchFamily="2" charset="-127"/>
                <a:ea typeface="나눔고딕" pitchFamily="2" charset="-127"/>
              </a:rPr>
              <a:t>기반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47533-B42F-0B45-578D-B616680AB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237" y="757921"/>
            <a:ext cx="10592845" cy="35028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6.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Sumo Logic Source </a:t>
            </a:r>
            <a:r>
              <a:rPr lang="ko-KR" altLang="en-US" sz="1400" dirty="0">
                <a:solidFill>
                  <a:srgbClr val="1F3B63"/>
                </a:solidFill>
                <a:latin typeface="나눔고딕" pitchFamily="2" charset="-127"/>
                <a:ea typeface="나눔고딕" pitchFamily="2" charset="-127"/>
              </a:rPr>
              <a:t>설정 및 로그 확인 </a:t>
            </a:r>
            <a:endParaRPr lang="en-US" altLang="ko-KR" sz="1400" dirty="0">
              <a:solidFill>
                <a:srgbClr val="1F3B63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D8EF6B3-0B59-3301-64BD-265D4F403D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이미지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4E285FA-3947-8D13-3E49-64B4F11D7E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ko-KR" altLang="en-US" sz="1400" b="0">
                <a:latin typeface="나눔고딕" pitchFamily="2" charset="-127"/>
                <a:ea typeface="나눔고딕" pitchFamily="2" charset="-127"/>
              </a:rPr>
              <a:t>설명</a:t>
            </a:r>
            <a:endParaRPr kumimoji="1" lang="en-US" altLang="ko-KR" sz="1400" b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1D01AD8-B479-72F1-ABB7-D5C3616A62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44544" y="1664441"/>
            <a:ext cx="3980220" cy="4509590"/>
          </a:xfrm>
        </p:spPr>
        <p:txBody>
          <a:bodyPr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  <a:hlinkClick r:id="rId2" action="ppaction://hlinksldjump"/>
              </a:rPr>
              <a:t>섹션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  <a:hlinkClick r:id="rId2" action="ppaction://hlinksldjump"/>
              </a:rPr>
              <a:t>1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  <a:hlinkClick r:id="rId2" action="ppaction://hlinksldjump"/>
              </a:rPr>
              <a:t>의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  <a:hlinkClick r:id="rId2" action="ppaction://hlinksldjump"/>
              </a:rPr>
              <a:t>4~5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  <a:hlinkClick r:id="rId2" action="ppaction://hlinksldjump"/>
              </a:rPr>
              <a:t>단계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  <a:hlinkClick r:id="rId2" action="ppaction://hlinksldjump"/>
              </a:rPr>
              <a:t>(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  <a:hlinkClick r:id="rId2" action="ppaction://hlinksldjump"/>
              </a:rPr>
              <a:t>슬라이드 </a:t>
            </a:r>
            <a:r>
              <a:rPr kumimoji="1" lang="en-US" altLang="ko-KR" dirty="0">
                <a:latin typeface="NanumGothic" panose="020D0604000000000000" pitchFamily="34" charset="-127"/>
                <a:ea typeface="NanumGothic" panose="020D0604000000000000" pitchFamily="34" charset="-127"/>
                <a:hlinkClick r:id="rId2" action="ppaction://hlinksldjump"/>
              </a:rPr>
              <a:t>13~17)</a:t>
            </a:r>
            <a:r>
              <a:rPr kumimoji="1" lang="ko-KR" altLang="en-US" dirty="0">
                <a:latin typeface="NanumGothic" panose="020D0604000000000000" pitchFamily="34" charset="-127"/>
                <a:ea typeface="NanumGothic" panose="020D0604000000000000" pitchFamily="34" charset="-127"/>
                <a:hlinkClick r:id="rId2" action="ppaction://hlinksldjump"/>
              </a:rPr>
              <a:t>와 동일하게 진행</a:t>
            </a:r>
            <a:endParaRPr kumimoji="1"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4FB70-CDF4-42A1-978A-DEF8DCF19169}"/>
              </a:ext>
            </a:extLst>
          </p:cNvPr>
          <p:cNvSpPr txBox="1">
            <a:spLocks/>
          </p:cNvSpPr>
          <p:nvPr/>
        </p:nvSpPr>
        <p:spPr>
          <a:xfrm>
            <a:off x="5883116" y="6424779"/>
            <a:ext cx="423452" cy="3653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A1B0FB-D917-4C8C-928F-313BD683BF39}" type="slidenum">
              <a:rPr lang="en-US" smtClean="0">
                <a:solidFill>
                  <a:srgbClr val="173F69"/>
                </a:solidFill>
              </a:rPr>
              <a:pPr/>
              <a:t>34</a:t>
            </a:fld>
            <a:endParaRPr lang="en-US">
              <a:solidFill>
                <a:srgbClr val="173F69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B439BB7-CC2D-DB66-8044-91714672C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80" y="1948949"/>
            <a:ext cx="3243504" cy="340220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6A0077A-F32D-1FF1-A7EF-543EFDBB4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793" y="2515684"/>
            <a:ext cx="5388834" cy="32943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28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EBD0DC87CDA5744BF37BE7E39461F87" ma:contentTypeVersion="14" ma:contentTypeDescription="새 문서를 만듭니다." ma:contentTypeScope="" ma:versionID="d96655884df302ded41b8571e404eb93">
  <xsd:schema xmlns:xsd="http://www.w3.org/2001/XMLSchema" xmlns:xs="http://www.w3.org/2001/XMLSchema" xmlns:p="http://schemas.microsoft.com/office/2006/metadata/properties" xmlns:ns2="333a2bc2-325e-4faa-95d4-bc33d38ee054" xmlns:ns3="ce4a27c4-9bdb-4e97-aacb-ccf37a134de8" targetNamespace="http://schemas.microsoft.com/office/2006/metadata/properties" ma:root="true" ma:fieldsID="c0b818b54ef0b13cf0512343ba92190b" ns2:_="" ns3:_="">
    <xsd:import namespace="333a2bc2-325e-4faa-95d4-bc33d38ee054"/>
    <xsd:import namespace="ce4a27c4-9bdb-4e97-aacb-ccf37a134d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a2bc2-325e-4faa-95d4-bc33d38ee0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2a635700-f7b5-4fb5-ba59-b4a419349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4a27c4-9bdb-4e97-aacb-ccf37a134de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c6e6331-2fd9-4414-9a87-4e5b54ec45c9}" ma:internalName="TaxCatchAll" ma:showField="CatchAllData" ma:web="ce4a27c4-9bdb-4e97-aacb-ccf37a134d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4a27c4-9bdb-4e97-aacb-ccf37a134de8" xsi:nil="true"/>
    <lcf76f155ced4ddcb4097134ff3c332f xmlns="333a2bc2-325e-4faa-95d4-bc33d38ee05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36D9845-A87C-45D1-B122-117F2D1CAC46}">
  <ds:schemaRefs>
    <ds:schemaRef ds:uri="333a2bc2-325e-4faa-95d4-bc33d38ee054"/>
    <ds:schemaRef ds:uri="ce4a27c4-9bdb-4e97-aacb-ccf37a134d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CC1B8B-0C51-4B7E-A796-52BAEC6194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0B551A-1123-4E93-9ABF-8CF8B84F216B}">
  <ds:schemaRefs>
    <ds:schemaRef ds:uri="http://schemas.microsoft.com/office/2006/metadata/properties"/>
    <ds:schemaRef ds:uri="http://schemas.microsoft.com/office/infopath/2007/PartnerControls"/>
    <ds:schemaRef ds:uri="333a2bc2-325e-4faa-95d4-bc33d38ee054"/>
    <ds:schemaRef ds:uri="http://purl.org/dc/elements/1.1/"/>
    <ds:schemaRef ds:uri="http://schemas.microsoft.com/office/2006/documentManagement/types"/>
    <ds:schemaRef ds:uri="http://www.w3.org/XML/1998/namespace"/>
    <ds:schemaRef ds:uri="ce4a27c4-9bdb-4e97-aacb-ccf37a134de8"/>
    <ds:schemaRef ds:uri="http://purl.org/dc/terms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4359</TotalTime>
  <Words>1261</Words>
  <Application>Microsoft Macintosh PowerPoint</Application>
  <PresentationFormat>와이드스크린</PresentationFormat>
  <Paragraphs>260</Paragraphs>
  <Slides>34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NanumGothic</vt:lpstr>
      <vt:lpstr>NanumGothic</vt:lpstr>
      <vt:lpstr>나눔고딕 ExtraBold</vt:lpstr>
      <vt:lpstr>Aptos</vt:lpstr>
      <vt:lpstr>Aptos Display</vt:lpstr>
      <vt:lpstr>Arial</vt:lpstr>
      <vt:lpstr>Office Theme</vt:lpstr>
      <vt:lpstr>AWS S3 암호화된 로그 연동 가이드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 윤기</dc:creator>
  <cp:lastModifiedBy>손 가영</cp:lastModifiedBy>
  <cp:revision>2</cp:revision>
  <dcterms:created xsi:type="dcterms:W3CDTF">2025-09-03T06:28:09Z</dcterms:created>
  <dcterms:modified xsi:type="dcterms:W3CDTF">2026-03-17T05:59:20Z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0x010100FEBD0DC87CDA5744BF37BE7E39461F87</vt:lpwstr>
  </property>
  <property fmtid="{D5CDD505-2E9C-101B-9397-08002B2CF9AE}" pid="3" name="MediaServiceImageTags">
    <vt:lpwstr/>
  </property>
</Properties>
</file>