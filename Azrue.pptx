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16" r:id="rId4"/>
  </p:sldMasterIdLst>
  <p:notesMasterIdLst>
    <p:notesMasterId r:id="rId10"/>
  </p:notesMasterIdLst>
  <p:handoutMasterIdLst>
    <p:handoutMasterId r:id="rId11"/>
  </p:handoutMasterIdLst>
  <p:sldIdLst>
    <p:sldId id="543" r:id="rId5"/>
    <p:sldId id="587" r:id="rId6"/>
    <p:sldId id="590" r:id="rId7"/>
    <p:sldId id="591" r:id="rId8"/>
    <p:sldId id="53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C63"/>
    <a:srgbClr val="FF9300"/>
    <a:srgbClr val="156082"/>
    <a:srgbClr val="1F3B63"/>
    <a:srgbClr val="D8DEEB"/>
    <a:srgbClr val="173F69"/>
    <a:srgbClr val="203C63"/>
    <a:srgbClr val="D7DEEB"/>
    <a:srgbClr val="F1A428"/>
    <a:srgbClr val="E3E4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E0EEF-6301-614E-B4BA-2078D8223CF3}" v="151" dt="2026-03-12T08:31:44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1"/>
    <p:restoredTop sz="94649"/>
  </p:normalViewPr>
  <p:slideViewPr>
    <p:cSldViewPr snapToGrid="0">
      <p:cViewPr varScale="1">
        <p:scale>
          <a:sx n="140" d="100"/>
          <a:sy n="140" d="100"/>
        </p:scale>
        <p:origin x="3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동현" userId="af81e3f4-de83-431d-bde4-e2ab64abd130" providerId="ADAL" clId="{AA6A7135-BCB5-5DEF-84F3-CC9DA73A5EDA}"/>
    <pc:docChg chg="undo custSel addSld delSld modSld sldOrd modMainMaster">
      <pc:chgData name="이 동현" userId="af81e3f4-de83-431d-bde4-e2ab64abd130" providerId="ADAL" clId="{AA6A7135-BCB5-5DEF-84F3-CC9DA73A5EDA}" dt="2026-03-12T08:33:45.815" v="17437" actId="20577"/>
      <pc:docMkLst>
        <pc:docMk/>
      </pc:docMkLst>
      <pc:sldChg chg="modSp mod">
        <pc:chgData name="이 동현" userId="af81e3f4-de83-431d-bde4-e2ab64abd130" providerId="ADAL" clId="{AA6A7135-BCB5-5DEF-84F3-CC9DA73A5EDA}" dt="2026-03-11T07:15:11.480" v="15133" actId="20577"/>
        <pc:sldMkLst>
          <pc:docMk/>
          <pc:sldMk cId="1498468648" sldId="543"/>
        </pc:sldMkLst>
        <pc:spChg chg="mod">
          <ac:chgData name="이 동현" userId="af81e3f4-de83-431d-bde4-e2ab64abd130" providerId="ADAL" clId="{AA6A7135-BCB5-5DEF-84F3-CC9DA73A5EDA}" dt="2026-03-11T07:15:11.480" v="15133" actId="20577"/>
          <ac:spMkLst>
            <pc:docMk/>
            <pc:sldMk cId="1498468648" sldId="543"/>
            <ac:spMk id="8" creationId="{571DCEFA-434A-2CDB-10B0-E5A6279CB8E5}"/>
          </ac:spMkLst>
        </pc:spChg>
        <pc:picChg chg="mod">
          <ac:chgData name="이 동현" userId="af81e3f4-de83-431d-bde4-e2ab64abd130" providerId="ADAL" clId="{AA6A7135-BCB5-5DEF-84F3-CC9DA73A5EDA}" dt="2026-03-10T04:34:54.141" v="12541" actId="1076"/>
          <ac:picMkLst>
            <pc:docMk/>
            <pc:sldMk cId="1498468648" sldId="543"/>
            <ac:picMk id="4" creationId="{9DA85D75-DA53-B2FE-8AA5-9E9C5B9A82CC}"/>
          </ac:picMkLst>
        </pc:picChg>
      </pc:sldChg>
      <pc:sldChg chg="addSp delSp modSp mod">
        <pc:chgData name="이 동현" userId="af81e3f4-de83-431d-bde4-e2ab64abd130" providerId="ADAL" clId="{AA6A7135-BCB5-5DEF-84F3-CC9DA73A5EDA}" dt="2026-03-10T04:35:27.341" v="12546"/>
        <pc:sldMkLst>
          <pc:docMk/>
          <pc:sldMk cId="3813816115" sldId="566"/>
        </pc:sldMkLst>
      </pc:sldChg>
      <pc:sldChg chg="addSp delSp modSp add mod">
        <pc:chgData name="이 동현" userId="af81e3f4-de83-431d-bde4-e2ab64abd130" providerId="ADAL" clId="{AA6A7135-BCB5-5DEF-84F3-CC9DA73A5EDA}" dt="2026-03-12T06:18:49.338" v="17021" actId="14100"/>
        <pc:sldMkLst>
          <pc:docMk/>
          <pc:sldMk cId="2724112565" sldId="577"/>
        </pc:sldMkLst>
        <pc:spChg chg="mod">
          <ac:chgData name="이 동현" userId="af81e3f4-de83-431d-bde4-e2ab64abd130" providerId="ADAL" clId="{AA6A7135-BCB5-5DEF-84F3-CC9DA73A5EDA}" dt="2026-03-05T01:47:03.897" v="1046" actId="20577"/>
          <ac:spMkLst>
            <pc:docMk/>
            <pc:sldMk cId="2724112565" sldId="577"/>
            <ac:spMk id="3" creationId="{8431A220-90DE-FC62-DFC8-9AA75C22C456}"/>
          </ac:spMkLst>
        </pc:spChg>
        <pc:spChg chg="add del mod">
          <ac:chgData name="이 동현" userId="af81e3f4-de83-431d-bde4-e2ab64abd130" providerId="ADAL" clId="{AA6A7135-BCB5-5DEF-84F3-CC9DA73A5EDA}" dt="2026-03-12T01:43:16.107" v="16165" actId="20577"/>
          <ac:spMkLst>
            <pc:docMk/>
            <pc:sldMk cId="2724112565" sldId="577"/>
            <ac:spMk id="6" creationId="{B4C3D939-ECE8-F377-017D-D1F9AAE56A30}"/>
          </ac:spMkLst>
        </pc:spChg>
        <pc:spChg chg="add mod">
          <ac:chgData name="이 동현" userId="af81e3f4-de83-431d-bde4-e2ab64abd130" providerId="ADAL" clId="{AA6A7135-BCB5-5DEF-84F3-CC9DA73A5EDA}" dt="2026-03-12T01:48:48.095" v="16404" actId="20577"/>
          <ac:spMkLst>
            <pc:docMk/>
            <pc:sldMk cId="2724112565" sldId="577"/>
            <ac:spMk id="13" creationId="{AEA4770E-ECF8-F871-31C6-B2F701D16452}"/>
          </ac:spMkLst>
        </pc:spChg>
        <pc:picChg chg="add del mod">
          <ac:chgData name="이 동현" userId="af81e3f4-de83-431d-bde4-e2ab64abd130" providerId="ADAL" clId="{AA6A7135-BCB5-5DEF-84F3-CC9DA73A5EDA}" dt="2026-03-11T07:38:19.929" v="15138" actId="478"/>
          <ac:picMkLst>
            <pc:docMk/>
            <pc:sldMk cId="2724112565" sldId="577"/>
            <ac:picMk id="2" creationId="{82E30423-6D61-AE7C-8C6D-6AE9E1572978}"/>
          </ac:picMkLst>
        </pc:picChg>
        <pc:picChg chg="add del mod">
          <ac:chgData name="이 동현" userId="af81e3f4-de83-431d-bde4-e2ab64abd130" providerId="ADAL" clId="{AA6A7135-BCB5-5DEF-84F3-CC9DA73A5EDA}" dt="2026-03-11T07:43:14.364" v="15145" actId="478"/>
          <ac:picMkLst>
            <pc:docMk/>
            <pc:sldMk cId="2724112565" sldId="577"/>
            <ac:picMk id="7" creationId="{CE4B56B3-FAC1-7C51-78FE-09C1BD34F109}"/>
          </ac:picMkLst>
        </pc:picChg>
        <pc:picChg chg="add del mod">
          <ac:chgData name="이 동현" userId="af81e3f4-de83-431d-bde4-e2ab64abd130" providerId="ADAL" clId="{AA6A7135-BCB5-5DEF-84F3-CC9DA73A5EDA}" dt="2026-03-11T07:32:49.326" v="15134" actId="478"/>
          <ac:picMkLst>
            <pc:docMk/>
            <pc:sldMk cId="2724112565" sldId="577"/>
            <ac:picMk id="8" creationId="{555A0CE1-27AF-F49A-EE9B-33B59E4066B0}"/>
          </ac:picMkLst>
        </pc:picChg>
        <pc:picChg chg="add del mod">
          <ac:chgData name="이 동현" userId="af81e3f4-de83-431d-bde4-e2ab64abd130" providerId="ADAL" clId="{AA6A7135-BCB5-5DEF-84F3-CC9DA73A5EDA}" dt="2026-03-12T06:18:21.923" v="17015" actId="478"/>
          <ac:picMkLst>
            <pc:docMk/>
            <pc:sldMk cId="2724112565" sldId="577"/>
            <ac:picMk id="9" creationId="{F483A804-ECE2-2ADC-9F43-DE6D7B79BCD2}"/>
          </ac:picMkLst>
        </pc:picChg>
        <pc:picChg chg="add mod modCrop">
          <ac:chgData name="이 동현" userId="af81e3f4-de83-431d-bde4-e2ab64abd130" providerId="ADAL" clId="{AA6A7135-BCB5-5DEF-84F3-CC9DA73A5EDA}" dt="2026-03-12T06:18:49.338" v="17021" actId="14100"/>
          <ac:picMkLst>
            <pc:docMk/>
            <pc:sldMk cId="2724112565" sldId="577"/>
            <ac:picMk id="10" creationId="{0E2F015D-362D-0C61-B2E7-AD60083B77EC}"/>
          </ac:picMkLst>
        </pc:picChg>
      </pc:sldChg>
      <pc:sldChg chg="addSp delSp modSp add mod ord">
        <pc:chgData name="이 동현" userId="af81e3f4-de83-431d-bde4-e2ab64abd130" providerId="ADAL" clId="{AA6A7135-BCB5-5DEF-84F3-CC9DA73A5EDA}" dt="2026-03-12T01:54:53.335" v="16744" actId="20577"/>
        <pc:sldMkLst>
          <pc:docMk/>
          <pc:sldMk cId="1988528942" sldId="580"/>
        </pc:sldMkLst>
        <pc:spChg chg="mod">
          <ac:chgData name="이 동현" userId="af81e3f4-de83-431d-bde4-e2ab64abd130" providerId="ADAL" clId="{AA6A7135-BCB5-5DEF-84F3-CC9DA73A5EDA}" dt="2026-03-12T01:54:53.335" v="16744" actId="20577"/>
          <ac:spMkLst>
            <pc:docMk/>
            <pc:sldMk cId="1988528942" sldId="580"/>
            <ac:spMk id="3" creationId="{DA2C519F-94A8-3E92-05E8-55C311FC882A}"/>
          </ac:spMkLst>
        </pc:spChg>
        <pc:spChg chg="mod">
          <ac:chgData name="이 동현" userId="af81e3f4-de83-431d-bde4-e2ab64abd130" providerId="ADAL" clId="{AA6A7135-BCB5-5DEF-84F3-CC9DA73A5EDA}" dt="2026-03-10T08:30:48.284" v="14386" actId="403"/>
          <ac:spMkLst>
            <pc:docMk/>
            <pc:sldMk cId="1988528942" sldId="580"/>
            <ac:spMk id="6" creationId="{47348258-CFB0-2211-666E-BE4EDF12987B}"/>
          </ac:spMkLst>
        </pc:spChg>
        <pc:spChg chg="add mod">
          <ac:chgData name="이 동현" userId="af81e3f4-de83-431d-bde4-e2ab64abd130" providerId="ADAL" clId="{AA6A7135-BCB5-5DEF-84F3-CC9DA73A5EDA}" dt="2026-03-05T03:09:43.462" v="2350" actId="20577"/>
          <ac:spMkLst>
            <pc:docMk/>
            <pc:sldMk cId="1988528942" sldId="580"/>
            <ac:spMk id="7" creationId="{7B677C4D-0DE4-96CC-D68B-DACBE341BD1E}"/>
          </ac:spMkLst>
        </pc:spChg>
        <pc:spChg chg="add mod">
          <ac:chgData name="이 동현" userId="af81e3f4-de83-431d-bde4-e2ab64abd130" providerId="ADAL" clId="{AA6A7135-BCB5-5DEF-84F3-CC9DA73A5EDA}" dt="2026-03-05T04:43:40.633" v="3499" actId="1035"/>
          <ac:spMkLst>
            <pc:docMk/>
            <pc:sldMk cId="1988528942" sldId="580"/>
            <ac:spMk id="12" creationId="{B8F5974A-1056-BF6A-68CF-C357DFB05E25}"/>
          </ac:spMkLst>
        </pc:spChg>
        <pc:spChg chg="add mod">
          <ac:chgData name="이 동현" userId="af81e3f4-de83-431d-bde4-e2ab64abd130" providerId="ADAL" clId="{AA6A7135-BCB5-5DEF-84F3-CC9DA73A5EDA}" dt="2026-03-05T04:44:18.323" v="3506" actId="1038"/>
          <ac:spMkLst>
            <pc:docMk/>
            <pc:sldMk cId="1988528942" sldId="580"/>
            <ac:spMk id="13" creationId="{C1C44F81-A04B-E339-1EFA-7FFB499F2984}"/>
          </ac:spMkLst>
        </pc:spChg>
        <pc:picChg chg="add mod modCrop">
          <ac:chgData name="이 동현" userId="af81e3f4-de83-431d-bde4-e2ab64abd130" providerId="ADAL" clId="{AA6A7135-BCB5-5DEF-84F3-CC9DA73A5EDA}" dt="2026-03-05T04:39:12.703" v="3494" actId="14100"/>
          <ac:picMkLst>
            <pc:docMk/>
            <pc:sldMk cId="1988528942" sldId="580"/>
            <ac:picMk id="11" creationId="{43C497F9-CEC0-968F-E7E6-18D08AFD65D9}"/>
          </ac:picMkLst>
        </pc:picChg>
      </pc:sldChg>
      <pc:sldChg chg="addSp delSp modSp add mod ord">
        <pc:chgData name="이 동현" userId="af81e3f4-de83-431d-bde4-e2ab64abd130" providerId="ADAL" clId="{AA6A7135-BCB5-5DEF-84F3-CC9DA73A5EDA}" dt="2026-03-12T08:20:35.710" v="17308" actId="20578"/>
        <pc:sldMkLst>
          <pc:docMk/>
          <pc:sldMk cId="4152437620" sldId="581"/>
        </pc:sldMkLst>
        <pc:spChg chg="mod">
          <ac:chgData name="이 동현" userId="af81e3f4-de83-431d-bde4-e2ab64abd130" providerId="ADAL" clId="{AA6A7135-BCB5-5DEF-84F3-CC9DA73A5EDA}" dt="2026-03-12T02:07:12.712" v="16826" actId="20577"/>
          <ac:spMkLst>
            <pc:docMk/>
            <pc:sldMk cId="4152437620" sldId="581"/>
            <ac:spMk id="3" creationId="{9539CE59-CEF7-044C-888B-ED29D632771D}"/>
          </ac:spMkLst>
        </pc:spChg>
        <pc:spChg chg="mod">
          <ac:chgData name="이 동현" userId="af81e3f4-de83-431d-bde4-e2ab64abd130" providerId="ADAL" clId="{AA6A7135-BCB5-5DEF-84F3-CC9DA73A5EDA}" dt="2026-03-10T08:30:44.061" v="14385" actId="403"/>
          <ac:spMkLst>
            <pc:docMk/>
            <pc:sldMk cId="4152437620" sldId="581"/>
            <ac:spMk id="6" creationId="{78D312FE-97C9-8450-99D7-54C26021341A}"/>
          </ac:spMkLst>
        </pc:spChg>
        <pc:spChg chg="add mod">
          <ac:chgData name="이 동현" userId="af81e3f4-de83-431d-bde4-e2ab64abd130" providerId="ADAL" clId="{AA6A7135-BCB5-5DEF-84F3-CC9DA73A5EDA}" dt="2026-03-12T08:09:15.042" v="17292" actId="20577"/>
          <ac:spMkLst>
            <pc:docMk/>
            <pc:sldMk cId="4152437620" sldId="581"/>
            <ac:spMk id="7" creationId="{C471DF9C-50AA-EA1B-534D-DE228C2E0EF2}"/>
          </ac:spMkLst>
        </pc:spChg>
        <pc:spChg chg="add del mod">
          <ac:chgData name="이 동현" userId="af81e3f4-de83-431d-bde4-e2ab64abd130" providerId="ADAL" clId="{AA6A7135-BCB5-5DEF-84F3-CC9DA73A5EDA}" dt="2026-03-12T01:57:31.533" v="16763" actId="478"/>
          <ac:spMkLst>
            <pc:docMk/>
            <pc:sldMk cId="4152437620" sldId="581"/>
            <ac:spMk id="14" creationId="{F32D0484-DF5C-C926-A255-122D5633560A}"/>
          </ac:spMkLst>
        </pc:spChg>
        <pc:spChg chg="add mod">
          <ac:chgData name="이 동현" userId="af81e3f4-de83-431d-bde4-e2ab64abd130" providerId="ADAL" clId="{AA6A7135-BCB5-5DEF-84F3-CC9DA73A5EDA}" dt="2026-03-12T01:57:08.389" v="16762" actId="14100"/>
          <ac:spMkLst>
            <pc:docMk/>
            <pc:sldMk cId="4152437620" sldId="581"/>
            <ac:spMk id="15" creationId="{1D7A36D0-CBA6-0432-D3BD-67DAAE163B0A}"/>
          </ac:spMkLst>
        </pc:spChg>
        <pc:picChg chg="add mod modCrop">
          <ac:chgData name="이 동현" userId="af81e3f4-de83-431d-bde4-e2ab64abd130" providerId="ADAL" clId="{AA6A7135-BCB5-5DEF-84F3-CC9DA73A5EDA}" dt="2026-03-12T01:56:23.638" v="16756" actId="14100"/>
          <ac:picMkLst>
            <pc:docMk/>
            <pc:sldMk cId="4152437620" sldId="581"/>
            <ac:picMk id="2" creationId="{D6F10619-FEE7-D3D1-2265-720ACB61CDE4}"/>
          </ac:picMkLst>
        </pc:picChg>
        <pc:picChg chg="del">
          <ac:chgData name="이 동현" userId="af81e3f4-de83-431d-bde4-e2ab64abd130" providerId="ADAL" clId="{AA6A7135-BCB5-5DEF-84F3-CC9DA73A5EDA}" dt="2026-03-12T01:55:21.646" v="16747" actId="478"/>
          <ac:picMkLst>
            <pc:docMk/>
            <pc:sldMk cId="4152437620" sldId="581"/>
            <ac:picMk id="8" creationId="{1D815029-56CD-0C53-1FB4-0ECF96C88DD2}"/>
          </ac:picMkLst>
        </pc:picChg>
      </pc:sldChg>
      <pc:sldChg chg="addSp delSp modSp add mod ord">
        <pc:chgData name="이 동현" userId="af81e3f4-de83-431d-bde4-e2ab64abd130" providerId="ADAL" clId="{AA6A7135-BCB5-5DEF-84F3-CC9DA73A5EDA}" dt="2026-03-12T06:22:28.813" v="17034" actId="20577"/>
        <pc:sldMkLst>
          <pc:docMk/>
          <pc:sldMk cId="376606761" sldId="582"/>
        </pc:sldMkLst>
        <pc:spChg chg="mod">
          <ac:chgData name="이 동현" userId="af81e3f4-de83-431d-bde4-e2ab64abd130" providerId="ADAL" clId="{AA6A7135-BCB5-5DEF-84F3-CC9DA73A5EDA}" dt="2026-03-12T01:54:57.256" v="16746" actId="20577"/>
          <ac:spMkLst>
            <pc:docMk/>
            <pc:sldMk cId="376606761" sldId="582"/>
            <ac:spMk id="3" creationId="{BAA2D8AF-DDEA-7FED-4C47-DDBDC67972BD}"/>
          </ac:spMkLst>
        </pc:spChg>
        <pc:spChg chg="mod">
          <ac:chgData name="이 동현" userId="af81e3f4-de83-431d-bde4-e2ab64abd130" providerId="ADAL" clId="{AA6A7135-BCB5-5DEF-84F3-CC9DA73A5EDA}" dt="2026-03-12T06:22:28.813" v="17034" actId="20577"/>
          <ac:spMkLst>
            <pc:docMk/>
            <pc:sldMk cId="376606761" sldId="582"/>
            <ac:spMk id="6" creationId="{7387C906-52AA-2F21-770B-B10756902E14}"/>
          </ac:spMkLst>
        </pc:spChg>
        <pc:spChg chg="mod">
          <ac:chgData name="이 동현" userId="af81e3f4-de83-431d-bde4-e2ab64abd130" providerId="ADAL" clId="{AA6A7135-BCB5-5DEF-84F3-CC9DA73A5EDA}" dt="2026-03-05T04:48:37.040" v="3569" actId="20577"/>
          <ac:spMkLst>
            <pc:docMk/>
            <pc:sldMk cId="376606761" sldId="582"/>
            <ac:spMk id="7" creationId="{14528DAA-B5DB-70BF-12FA-94CF36E2EFC7}"/>
          </ac:spMkLst>
        </pc:spChg>
        <pc:spChg chg="add mod">
          <ac:chgData name="이 동현" userId="af81e3f4-de83-431d-bde4-e2ab64abd130" providerId="ADAL" clId="{AA6A7135-BCB5-5DEF-84F3-CC9DA73A5EDA}" dt="2026-03-12T01:59:23.610" v="16781" actId="14100"/>
          <ac:spMkLst>
            <pc:docMk/>
            <pc:sldMk cId="376606761" sldId="582"/>
            <ac:spMk id="8" creationId="{DE303606-4C54-5B90-B3FD-4AE94782BBDE}"/>
          </ac:spMkLst>
        </pc:spChg>
        <pc:spChg chg="add mod">
          <ac:chgData name="이 동현" userId="af81e3f4-de83-431d-bde4-e2ab64abd130" providerId="ADAL" clId="{AA6A7135-BCB5-5DEF-84F3-CC9DA73A5EDA}" dt="2026-03-12T01:59:32.625" v="16785" actId="1076"/>
          <ac:spMkLst>
            <pc:docMk/>
            <pc:sldMk cId="376606761" sldId="582"/>
            <ac:spMk id="9" creationId="{AC5CC294-D097-577A-57EF-CF6D54E303E9}"/>
          </ac:spMkLst>
        </pc:spChg>
        <pc:spChg chg="add mod">
          <ac:chgData name="이 동현" userId="af81e3f4-de83-431d-bde4-e2ab64abd130" providerId="ADAL" clId="{AA6A7135-BCB5-5DEF-84F3-CC9DA73A5EDA}" dt="2026-03-12T01:59:50.486" v="16789" actId="1037"/>
          <ac:spMkLst>
            <pc:docMk/>
            <pc:sldMk cId="376606761" sldId="582"/>
            <ac:spMk id="12" creationId="{27B8CDAC-32E0-C2BE-14B6-370DC02ED71C}"/>
          </ac:spMkLst>
        </pc:spChg>
        <pc:spChg chg="add mod">
          <ac:chgData name="이 동현" userId="af81e3f4-de83-431d-bde4-e2ab64abd130" providerId="ADAL" clId="{AA6A7135-BCB5-5DEF-84F3-CC9DA73A5EDA}" dt="2026-03-12T02:08:26.833" v="16950" actId="20577"/>
          <ac:spMkLst>
            <pc:docMk/>
            <pc:sldMk cId="376606761" sldId="582"/>
            <ac:spMk id="16" creationId="{A94E1B7F-4413-31C1-1261-73830F7DC7E8}"/>
          </ac:spMkLst>
        </pc:spChg>
        <pc:picChg chg="add mod modCrop">
          <ac:chgData name="이 동현" userId="af81e3f4-de83-431d-bde4-e2ab64abd130" providerId="ADAL" clId="{AA6A7135-BCB5-5DEF-84F3-CC9DA73A5EDA}" dt="2026-03-12T01:58:49.951" v="16774" actId="1076"/>
          <ac:picMkLst>
            <pc:docMk/>
            <pc:sldMk cId="376606761" sldId="582"/>
            <ac:picMk id="2" creationId="{1ADAAFFB-677C-3D4A-DDC6-7529B2CBE822}"/>
          </ac:picMkLst>
        </pc:picChg>
        <pc:picChg chg="add del mod modCrop">
          <ac:chgData name="이 동현" userId="af81e3f4-de83-431d-bde4-e2ab64abd130" providerId="ADAL" clId="{AA6A7135-BCB5-5DEF-84F3-CC9DA73A5EDA}" dt="2026-03-11T08:18:05.387" v="15869" actId="478"/>
          <ac:picMkLst>
            <pc:docMk/>
            <pc:sldMk cId="376606761" sldId="582"/>
            <ac:picMk id="11" creationId="{024D2A02-76A9-5513-2CF7-1E5BB0A67767}"/>
          </ac:picMkLst>
        </pc:picChg>
      </pc:sldChg>
      <pc:sldChg chg="addSp delSp modSp add del mod">
        <pc:chgData name="이 동현" userId="af81e3f4-de83-431d-bde4-e2ab64abd130" providerId="ADAL" clId="{AA6A7135-BCB5-5DEF-84F3-CC9DA73A5EDA}" dt="2026-03-12T02:00:05.716" v="16791" actId="2696"/>
        <pc:sldMkLst>
          <pc:docMk/>
          <pc:sldMk cId="3134202531" sldId="584"/>
        </pc:sldMkLst>
        <pc:spChg chg="mod">
          <ac:chgData name="이 동현" userId="af81e3f4-de83-431d-bde4-e2ab64abd130" providerId="ADAL" clId="{AA6A7135-BCB5-5DEF-84F3-CC9DA73A5EDA}" dt="2026-03-11T00:50:47.945" v="14590" actId="20577"/>
          <ac:spMkLst>
            <pc:docMk/>
            <pc:sldMk cId="3134202531" sldId="584"/>
            <ac:spMk id="6" creationId="{02C7BF09-482F-E743-C0FD-E5BE24051D7C}"/>
          </ac:spMkLst>
        </pc:spChg>
      </pc:sldChg>
      <pc:sldChg chg="addSp delSp modSp add del mod">
        <pc:chgData name="이 동현" userId="af81e3f4-de83-431d-bde4-e2ab64abd130" providerId="ADAL" clId="{AA6A7135-BCB5-5DEF-84F3-CC9DA73A5EDA}" dt="2026-03-12T02:00:07.351" v="16792" actId="2696"/>
        <pc:sldMkLst>
          <pc:docMk/>
          <pc:sldMk cId="260691357" sldId="585"/>
        </pc:sldMkLst>
        <pc:spChg chg="mod">
          <ac:chgData name="이 동현" userId="af81e3f4-de83-431d-bde4-e2ab64abd130" providerId="ADAL" clId="{AA6A7135-BCB5-5DEF-84F3-CC9DA73A5EDA}" dt="2026-03-11T00:52:56.863" v="14839" actId="20577"/>
          <ac:spMkLst>
            <pc:docMk/>
            <pc:sldMk cId="260691357" sldId="585"/>
            <ac:spMk id="6" creationId="{407C3AD1-8872-F0CF-C1EB-65791901AD89}"/>
          </ac:spMkLst>
        </pc:spChg>
      </pc:sldChg>
      <pc:sldChg chg="addSp delSp modSp add del mod ord">
        <pc:chgData name="이 동현" userId="af81e3f4-de83-431d-bde4-e2ab64abd130" providerId="ADAL" clId="{AA6A7135-BCB5-5DEF-84F3-CC9DA73A5EDA}" dt="2026-03-12T02:00:02.669" v="16790" actId="2696"/>
        <pc:sldMkLst>
          <pc:docMk/>
          <pc:sldMk cId="1783027938" sldId="586"/>
        </pc:sldMkLst>
        <pc:spChg chg="mod">
          <ac:chgData name="이 동현" userId="af81e3f4-de83-431d-bde4-e2ab64abd130" providerId="ADAL" clId="{AA6A7135-BCB5-5DEF-84F3-CC9DA73A5EDA}" dt="2026-03-11T00:53:40.302" v="14840" actId="404"/>
          <ac:spMkLst>
            <pc:docMk/>
            <pc:sldMk cId="1783027938" sldId="586"/>
            <ac:spMk id="6" creationId="{DC3DE2C3-C2FD-AB34-20FA-39D98503FD21}"/>
          </ac:spMkLst>
        </pc:spChg>
      </pc:sldChg>
      <pc:sldChg chg="addSp delSp modSp add mod">
        <pc:chgData name="이 동현" userId="af81e3f4-de83-431d-bde4-e2ab64abd130" providerId="ADAL" clId="{AA6A7135-BCB5-5DEF-84F3-CC9DA73A5EDA}" dt="2026-03-12T07:59:50.428" v="17279" actId="478"/>
        <pc:sldMkLst>
          <pc:docMk/>
          <pc:sldMk cId="3329812173" sldId="587"/>
        </pc:sldMkLst>
        <pc:spChg chg="add">
          <ac:chgData name="이 동현" userId="af81e3f4-de83-431d-bde4-e2ab64abd130" providerId="ADAL" clId="{AA6A7135-BCB5-5DEF-84F3-CC9DA73A5EDA}" dt="2026-03-11T07:59:55.903" v="15150"/>
          <ac:spMkLst>
            <pc:docMk/>
            <pc:sldMk cId="3329812173" sldId="587"/>
            <ac:spMk id="2" creationId="{9025CE0C-171F-FA29-2336-6FBB1428B663}"/>
          </ac:spMkLst>
        </pc:spChg>
        <pc:spChg chg="mod">
          <ac:chgData name="이 동현" userId="af81e3f4-de83-431d-bde4-e2ab64abd130" providerId="ADAL" clId="{AA6A7135-BCB5-5DEF-84F3-CC9DA73A5EDA}" dt="2026-03-10T02:03:53.998" v="12427" actId="20577"/>
          <ac:spMkLst>
            <pc:docMk/>
            <pc:sldMk cId="3329812173" sldId="587"/>
            <ac:spMk id="3" creationId="{60228037-5BF3-AD55-F9F2-88EADD24AE9C}"/>
          </ac:spMkLst>
        </pc:spChg>
        <pc:spChg chg="mod">
          <ac:chgData name="이 동현" userId="af81e3f4-de83-431d-bde4-e2ab64abd130" providerId="ADAL" clId="{AA6A7135-BCB5-5DEF-84F3-CC9DA73A5EDA}" dt="2026-03-11T00:59:23.629" v="15119" actId="20577"/>
          <ac:spMkLst>
            <pc:docMk/>
            <pc:sldMk cId="3329812173" sldId="587"/>
            <ac:spMk id="6" creationId="{528E1860-3F1D-9A9E-A229-FD369752AB38}"/>
          </ac:spMkLst>
        </pc:spChg>
        <pc:spChg chg="mod">
          <ac:chgData name="이 동현" userId="af81e3f4-de83-431d-bde4-e2ab64abd130" providerId="ADAL" clId="{AA6A7135-BCB5-5DEF-84F3-CC9DA73A5EDA}" dt="2026-03-11T00:55:26.584" v="14874" actId="20577"/>
          <ac:spMkLst>
            <pc:docMk/>
            <pc:sldMk cId="3329812173" sldId="587"/>
            <ac:spMk id="7" creationId="{22E0D8FF-17AD-A34E-F671-3BD86C55E718}"/>
          </ac:spMkLst>
        </pc:spChg>
        <pc:spChg chg="add">
          <ac:chgData name="이 동현" userId="af81e3f4-de83-431d-bde4-e2ab64abd130" providerId="ADAL" clId="{AA6A7135-BCB5-5DEF-84F3-CC9DA73A5EDA}" dt="2026-03-12T05:43:43.475" v="16996"/>
          <ac:spMkLst>
            <pc:docMk/>
            <pc:sldMk cId="3329812173" sldId="587"/>
            <ac:spMk id="10" creationId="{4C307DBE-511C-FFC4-E67A-C95857A7F9F1}"/>
          </ac:spMkLst>
        </pc:spChg>
        <pc:spChg chg="del mod">
          <ac:chgData name="이 동현" userId="af81e3f4-de83-431d-bde4-e2ab64abd130" providerId="ADAL" clId="{AA6A7135-BCB5-5DEF-84F3-CC9DA73A5EDA}" dt="2026-03-11T08:00:31.300" v="15156" actId="478"/>
          <ac:spMkLst>
            <pc:docMk/>
            <pc:sldMk cId="3329812173" sldId="587"/>
            <ac:spMk id="11" creationId="{A3ECA36C-8EC6-C297-8876-F8352CAA8281}"/>
          </ac:spMkLst>
        </pc:spChg>
        <pc:spChg chg="add">
          <ac:chgData name="이 동현" userId="af81e3f4-de83-431d-bde4-e2ab64abd130" providerId="ADAL" clId="{AA6A7135-BCB5-5DEF-84F3-CC9DA73A5EDA}" dt="2026-03-12T06:02:36.151" v="17007"/>
          <ac:spMkLst>
            <pc:docMk/>
            <pc:sldMk cId="3329812173" sldId="587"/>
            <ac:spMk id="13" creationId="{970D5DC0-97BB-5602-4DD1-310CE82BF3A9}"/>
          </ac:spMkLst>
        </pc:spChg>
        <pc:spChg chg="add">
          <ac:chgData name="이 동현" userId="af81e3f4-de83-431d-bde4-e2ab64abd130" providerId="ADAL" clId="{AA6A7135-BCB5-5DEF-84F3-CC9DA73A5EDA}" dt="2026-03-12T07:59:14.434" v="17276"/>
          <ac:spMkLst>
            <pc:docMk/>
            <pc:sldMk cId="3329812173" sldId="587"/>
            <ac:spMk id="16" creationId="{2006D6DA-273A-F3C8-6893-9DE5F6E8F7FE}"/>
          </ac:spMkLst>
        </pc:spChg>
        <pc:picChg chg="del mod modCrop">
          <ac:chgData name="이 동현" userId="af81e3f4-de83-431d-bde4-e2ab64abd130" providerId="ADAL" clId="{AA6A7135-BCB5-5DEF-84F3-CC9DA73A5EDA}" dt="2026-03-11T08:00:28.876" v="15155" actId="478"/>
          <ac:picMkLst>
            <pc:docMk/>
            <pc:sldMk cId="3329812173" sldId="587"/>
            <ac:picMk id="8" creationId="{B3E47A89-F6EE-83C5-2530-7512D9EBBD5B}"/>
          </ac:picMkLst>
        </pc:picChg>
        <pc:picChg chg="add del mod modCrop">
          <ac:chgData name="이 동현" userId="af81e3f4-de83-431d-bde4-e2ab64abd130" providerId="ADAL" clId="{AA6A7135-BCB5-5DEF-84F3-CC9DA73A5EDA}" dt="2026-03-12T05:43:48.385" v="16998" actId="478"/>
          <ac:picMkLst>
            <pc:docMk/>
            <pc:sldMk cId="3329812173" sldId="587"/>
            <ac:picMk id="9" creationId="{F5ABC79D-2957-50D5-D658-76DAE79E30CE}"/>
          </ac:picMkLst>
        </pc:picChg>
        <pc:picChg chg="add del mod modCrop">
          <ac:chgData name="이 동현" userId="af81e3f4-de83-431d-bde4-e2ab64abd130" providerId="ADAL" clId="{AA6A7135-BCB5-5DEF-84F3-CC9DA73A5EDA}" dt="2026-03-12T06:02:58.715" v="17011" actId="478"/>
          <ac:picMkLst>
            <pc:docMk/>
            <pc:sldMk cId="3329812173" sldId="587"/>
            <ac:picMk id="12" creationId="{160D2677-21C4-6F3C-A3E8-04F4F7D5AF31}"/>
          </ac:picMkLst>
        </pc:picChg>
        <pc:picChg chg="add del mod modCrop">
          <ac:chgData name="이 동현" userId="af81e3f4-de83-431d-bde4-e2ab64abd130" providerId="ADAL" clId="{AA6A7135-BCB5-5DEF-84F3-CC9DA73A5EDA}" dt="2026-03-12T07:55:31.299" v="17270" actId="478"/>
          <ac:picMkLst>
            <pc:docMk/>
            <pc:sldMk cId="3329812173" sldId="587"/>
            <ac:picMk id="14" creationId="{B5C30EAD-9293-DB95-8003-83FE653F519B}"/>
          </ac:picMkLst>
        </pc:picChg>
        <pc:picChg chg="add mod">
          <ac:chgData name="이 동현" userId="af81e3f4-de83-431d-bde4-e2ab64abd130" providerId="ADAL" clId="{AA6A7135-BCB5-5DEF-84F3-CC9DA73A5EDA}" dt="2026-03-12T07:55:46.880" v="17274" actId="14100"/>
          <ac:picMkLst>
            <pc:docMk/>
            <pc:sldMk cId="3329812173" sldId="587"/>
            <ac:picMk id="15" creationId="{9623A1AB-9642-2CAF-1938-56495A6200B8}"/>
          </ac:picMkLst>
        </pc:picChg>
        <pc:picChg chg="add del mod">
          <ac:chgData name="이 동현" userId="af81e3f4-de83-431d-bde4-e2ab64abd130" providerId="ADAL" clId="{AA6A7135-BCB5-5DEF-84F3-CC9DA73A5EDA}" dt="2026-03-12T07:59:50.428" v="17279" actId="478"/>
          <ac:picMkLst>
            <pc:docMk/>
            <pc:sldMk cId="3329812173" sldId="587"/>
            <ac:picMk id="17" creationId="{64DA1298-7539-C57F-E109-3F0F2D44BA45}"/>
          </ac:picMkLst>
        </pc:picChg>
      </pc:sldChg>
      <pc:sldChg chg="addSp delSp modSp new del mod">
        <pc:chgData name="이 동현" userId="af81e3f4-de83-431d-bde4-e2ab64abd130" providerId="ADAL" clId="{AA6A7135-BCB5-5DEF-84F3-CC9DA73A5EDA}" dt="2026-03-12T07:55:50.040" v="17275" actId="2696"/>
        <pc:sldMkLst>
          <pc:docMk/>
          <pc:sldMk cId="3010679409" sldId="588"/>
        </pc:sldMkLst>
        <pc:spChg chg="add mod">
          <ac:chgData name="이 동현" userId="af81e3f4-de83-431d-bde4-e2ab64abd130" providerId="ADAL" clId="{AA6A7135-BCB5-5DEF-84F3-CC9DA73A5EDA}" dt="2026-03-12T07:39:12.664" v="17112" actId="1076"/>
          <ac:spMkLst>
            <pc:docMk/>
            <pc:sldMk cId="3010679409" sldId="588"/>
            <ac:spMk id="8" creationId="{A689F538-5C51-FD42-FD33-188A67241090}"/>
          </ac:spMkLst>
        </pc:spChg>
        <pc:spChg chg="add mod">
          <ac:chgData name="이 동현" userId="af81e3f4-de83-431d-bde4-e2ab64abd130" providerId="ADAL" clId="{AA6A7135-BCB5-5DEF-84F3-CC9DA73A5EDA}" dt="2026-03-12T07:39:17.093" v="17113" actId="1076"/>
          <ac:spMkLst>
            <pc:docMk/>
            <pc:sldMk cId="3010679409" sldId="588"/>
            <ac:spMk id="9" creationId="{556593E7-497F-1C87-3CD4-29C3F46F05F6}"/>
          </ac:spMkLst>
        </pc:spChg>
        <pc:spChg chg="add mod">
          <ac:chgData name="이 동현" userId="af81e3f4-de83-431d-bde4-e2ab64abd130" providerId="ADAL" clId="{AA6A7135-BCB5-5DEF-84F3-CC9DA73A5EDA}" dt="2026-03-12T07:51:09.787" v="17236" actId="1076"/>
          <ac:spMkLst>
            <pc:docMk/>
            <pc:sldMk cId="3010679409" sldId="588"/>
            <ac:spMk id="10" creationId="{9ADA280D-C993-17C5-0EC6-0FC77E1DF8B3}"/>
          </ac:spMkLst>
        </pc:spChg>
        <pc:spChg chg="add mod">
          <ac:chgData name="이 동현" userId="af81e3f4-de83-431d-bde4-e2ab64abd130" providerId="ADAL" clId="{AA6A7135-BCB5-5DEF-84F3-CC9DA73A5EDA}" dt="2026-03-12T07:54:41.206" v="17260" actId="1076"/>
          <ac:spMkLst>
            <pc:docMk/>
            <pc:sldMk cId="3010679409" sldId="588"/>
            <ac:spMk id="13" creationId="{712FEBB2-5007-3C90-BCEA-01739290C7E9}"/>
          </ac:spMkLst>
        </pc:spChg>
        <pc:spChg chg="add mod">
          <ac:chgData name="이 동현" userId="af81e3f4-de83-431d-bde4-e2ab64abd130" providerId="ADAL" clId="{AA6A7135-BCB5-5DEF-84F3-CC9DA73A5EDA}" dt="2026-03-12T07:52:08.011" v="17246" actId="14100"/>
          <ac:spMkLst>
            <pc:docMk/>
            <pc:sldMk cId="3010679409" sldId="588"/>
            <ac:spMk id="14" creationId="{80EEA3EF-87C3-2470-E473-629F377AEDB2}"/>
          </ac:spMkLst>
        </pc:spChg>
        <pc:picChg chg="add mod">
          <ac:chgData name="이 동현" userId="af81e3f4-de83-431d-bde4-e2ab64abd130" providerId="ADAL" clId="{AA6A7135-BCB5-5DEF-84F3-CC9DA73A5EDA}" dt="2026-03-12T07:51:14.710" v="17237" actId="14100"/>
          <ac:picMkLst>
            <pc:docMk/>
            <pc:sldMk cId="3010679409" sldId="588"/>
            <ac:picMk id="11" creationId="{ECD65AFC-50ED-D149-493F-D7E7A9D2C14B}"/>
          </ac:picMkLst>
        </pc:picChg>
        <pc:picChg chg="add mod">
          <ac:chgData name="이 동현" userId="af81e3f4-de83-431d-bde4-e2ab64abd130" providerId="ADAL" clId="{AA6A7135-BCB5-5DEF-84F3-CC9DA73A5EDA}" dt="2026-03-12T07:54:41.206" v="17260" actId="1076"/>
          <ac:picMkLst>
            <pc:docMk/>
            <pc:sldMk cId="3010679409" sldId="588"/>
            <ac:picMk id="12" creationId="{38FAD964-37FC-CC97-C238-E81512BA3DC2}"/>
          </ac:picMkLst>
        </pc:picChg>
        <pc:picChg chg="add del mod">
          <ac:chgData name="이 동현" userId="af81e3f4-de83-431d-bde4-e2ab64abd130" providerId="ADAL" clId="{AA6A7135-BCB5-5DEF-84F3-CC9DA73A5EDA}" dt="2026-03-12T07:34:48.852" v="17061" actId="478"/>
          <ac:picMkLst>
            <pc:docMk/>
            <pc:sldMk cId="3010679409" sldId="588"/>
            <ac:picMk id="2050" creationId="{B6AF68DF-7BD2-697A-FABE-06ACA870E2F7}"/>
          </ac:picMkLst>
        </pc:picChg>
        <pc:picChg chg="add mod modCrop">
          <ac:chgData name="이 동현" userId="af81e3f4-de83-431d-bde4-e2ab64abd130" providerId="ADAL" clId="{AA6A7135-BCB5-5DEF-84F3-CC9DA73A5EDA}" dt="2026-03-12T07:39:03.052" v="17111" actId="1076"/>
          <ac:picMkLst>
            <pc:docMk/>
            <pc:sldMk cId="3010679409" sldId="588"/>
            <ac:picMk id="2052" creationId="{BE1B159B-83A0-6151-E9F9-68FB2186F416}"/>
          </ac:picMkLst>
        </pc:picChg>
        <pc:picChg chg="add mod">
          <ac:chgData name="이 동현" userId="af81e3f4-de83-431d-bde4-e2ab64abd130" providerId="ADAL" clId="{AA6A7135-BCB5-5DEF-84F3-CC9DA73A5EDA}" dt="2026-03-12T07:39:12.664" v="17112" actId="1076"/>
          <ac:picMkLst>
            <pc:docMk/>
            <pc:sldMk cId="3010679409" sldId="588"/>
            <ac:picMk id="2054" creationId="{AE02E458-9470-2919-DEE0-FAC317107BB0}"/>
          </ac:picMkLst>
        </pc:picChg>
        <pc:picChg chg="add mod">
          <ac:chgData name="이 동현" userId="af81e3f4-de83-431d-bde4-e2ab64abd130" providerId="ADAL" clId="{AA6A7135-BCB5-5DEF-84F3-CC9DA73A5EDA}" dt="2026-03-12T07:43:49.436" v="17208" actId="1035"/>
          <ac:picMkLst>
            <pc:docMk/>
            <pc:sldMk cId="3010679409" sldId="588"/>
            <ac:picMk id="2056" creationId="{7136AC35-0628-124F-BFC3-B3B678F9D1BB}"/>
          </ac:picMkLst>
        </pc:picChg>
        <pc:picChg chg="add mod">
          <ac:chgData name="이 동현" userId="af81e3f4-de83-431d-bde4-e2ab64abd130" providerId="ADAL" clId="{AA6A7135-BCB5-5DEF-84F3-CC9DA73A5EDA}" dt="2026-03-12T07:43:49.436" v="17208" actId="1035"/>
          <ac:picMkLst>
            <pc:docMk/>
            <pc:sldMk cId="3010679409" sldId="588"/>
            <ac:picMk id="2058" creationId="{4B5D0DD7-FF96-C82E-1B8F-6F7850768FEC}"/>
          </ac:picMkLst>
        </pc:picChg>
        <pc:picChg chg="add del">
          <ac:chgData name="이 동현" userId="af81e3f4-de83-431d-bde4-e2ab64abd130" providerId="ADAL" clId="{AA6A7135-BCB5-5DEF-84F3-CC9DA73A5EDA}" dt="2026-03-12T07:41:04.919" v="17117" actId="478"/>
          <ac:picMkLst>
            <pc:docMk/>
            <pc:sldMk cId="3010679409" sldId="588"/>
            <ac:picMk id="2060" creationId="{DBAAAD42-1702-B51A-C43F-95ACE81A0CD4}"/>
          </ac:picMkLst>
        </pc:picChg>
        <pc:picChg chg="add del mod">
          <ac:chgData name="이 동현" userId="af81e3f4-de83-431d-bde4-e2ab64abd130" providerId="ADAL" clId="{AA6A7135-BCB5-5DEF-84F3-CC9DA73A5EDA}" dt="2026-03-12T07:41:03.886" v="17116" actId="478"/>
          <ac:picMkLst>
            <pc:docMk/>
            <pc:sldMk cId="3010679409" sldId="588"/>
            <ac:picMk id="2062" creationId="{9E56931E-92C2-ABB2-028B-F805800BEF1A}"/>
          </ac:picMkLst>
        </pc:picChg>
        <pc:picChg chg="add mod">
          <ac:chgData name="이 동현" userId="af81e3f4-de83-431d-bde4-e2ab64abd130" providerId="ADAL" clId="{AA6A7135-BCB5-5DEF-84F3-CC9DA73A5EDA}" dt="2026-03-12T07:51:05.555" v="17235" actId="1076"/>
          <ac:picMkLst>
            <pc:docMk/>
            <pc:sldMk cId="3010679409" sldId="588"/>
            <ac:picMk id="2064" creationId="{4D714FED-B284-F252-FDE7-D600AC193AAB}"/>
          </ac:picMkLst>
        </pc:picChg>
        <pc:picChg chg="add del mod">
          <ac:chgData name="이 동현" userId="af81e3f4-de83-431d-bde4-e2ab64abd130" providerId="ADAL" clId="{AA6A7135-BCB5-5DEF-84F3-CC9DA73A5EDA}" dt="2026-03-12T07:54:30.728" v="17259" actId="478"/>
          <ac:picMkLst>
            <pc:docMk/>
            <pc:sldMk cId="3010679409" sldId="588"/>
            <ac:picMk id="2066" creationId="{AD8E86E2-3B5D-A835-06D6-B4613ED8A6F5}"/>
          </ac:picMkLst>
        </pc:picChg>
        <pc:cxnChg chg="add mod">
          <ac:chgData name="이 동현" userId="af81e3f4-de83-431d-bde4-e2ab64abd130" providerId="ADAL" clId="{AA6A7135-BCB5-5DEF-84F3-CC9DA73A5EDA}" dt="2026-03-12T07:53:40.456" v="17253" actId="14100"/>
          <ac:cxnSpMkLst>
            <pc:docMk/>
            <pc:sldMk cId="3010679409" sldId="588"/>
            <ac:cxnSpMk id="16" creationId="{8344F58E-8C09-9491-D2B3-8CFF62815D4A}"/>
          </ac:cxnSpMkLst>
        </pc:cxnChg>
        <pc:cxnChg chg="add mod">
          <ac:chgData name="이 동현" userId="af81e3f4-de83-431d-bde4-e2ab64abd130" providerId="ADAL" clId="{AA6A7135-BCB5-5DEF-84F3-CC9DA73A5EDA}" dt="2026-03-12T07:54:52.967" v="17269" actId="1038"/>
          <ac:cxnSpMkLst>
            <pc:docMk/>
            <pc:sldMk cId="3010679409" sldId="588"/>
            <ac:cxnSpMk id="18" creationId="{F74AB105-CAC1-F7AF-3A98-8B63CA20A76F}"/>
          </ac:cxnSpMkLst>
        </pc:cxnChg>
      </pc:sldChg>
      <pc:sldChg chg="addSp delSp modSp add mod">
        <pc:chgData name="이 동현" userId="af81e3f4-de83-431d-bde4-e2ab64abd130" providerId="ADAL" clId="{AA6A7135-BCB5-5DEF-84F3-CC9DA73A5EDA}" dt="2026-03-12T08:33:45.815" v="17437" actId="20577"/>
        <pc:sldMkLst>
          <pc:docMk/>
          <pc:sldMk cId="3196455142" sldId="588"/>
        </pc:sldMkLst>
        <pc:spChg chg="mod">
          <ac:chgData name="이 동현" userId="af81e3f4-de83-431d-bde4-e2ab64abd130" providerId="ADAL" clId="{AA6A7135-BCB5-5DEF-84F3-CC9DA73A5EDA}" dt="2026-03-12T08:33:18.267" v="17358" actId="20577"/>
          <ac:spMkLst>
            <pc:docMk/>
            <pc:sldMk cId="3196455142" sldId="588"/>
            <ac:spMk id="3" creationId="{C71BBDEB-C70A-94E7-233E-0C2E569BF34D}"/>
          </ac:spMkLst>
        </pc:spChg>
        <pc:spChg chg="mod">
          <ac:chgData name="이 동현" userId="af81e3f4-de83-431d-bde4-e2ab64abd130" providerId="ADAL" clId="{AA6A7135-BCB5-5DEF-84F3-CC9DA73A5EDA}" dt="2026-03-12T08:19:23.785" v="17304" actId="20577"/>
          <ac:spMkLst>
            <pc:docMk/>
            <pc:sldMk cId="3196455142" sldId="588"/>
            <ac:spMk id="6" creationId="{93EA9CB8-A15F-625A-8115-A65C4E6ECFB5}"/>
          </ac:spMkLst>
        </pc:spChg>
        <pc:spChg chg="mod">
          <ac:chgData name="이 동현" userId="af81e3f4-de83-431d-bde4-e2ab64abd130" providerId="ADAL" clId="{AA6A7135-BCB5-5DEF-84F3-CC9DA73A5EDA}" dt="2026-03-12T08:33:45.815" v="17437" actId="20577"/>
          <ac:spMkLst>
            <pc:docMk/>
            <pc:sldMk cId="3196455142" sldId="588"/>
            <ac:spMk id="7" creationId="{F6178222-2D57-49E4-815E-48833363206B}"/>
          </ac:spMkLst>
        </pc:spChg>
        <pc:spChg chg="mod">
          <ac:chgData name="이 동현" userId="af81e3f4-de83-431d-bde4-e2ab64abd130" providerId="ADAL" clId="{AA6A7135-BCB5-5DEF-84F3-CC9DA73A5EDA}" dt="2026-03-12T08:32:29.742" v="17323" actId="14100"/>
          <ac:spMkLst>
            <pc:docMk/>
            <pc:sldMk cId="3196455142" sldId="588"/>
            <ac:spMk id="15" creationId="{1FA3B30A-2D0A-5DD5-5C93-476A77203029}"/>
          </ac:spMkLst>
        </pc:spChg>
        <pc:picChg chg="del">
          <ac:chgData name="이 동현" userId="af81e3f4-de83-431d-bde4-e2ab64abd130" providerId="ADAL" clId="{AA6A7135-BCB5-5DEF-84F3-CC9DA73A5EDA}" dt="2026-03-12T08:31:06.280" v="17309" actId="478"/>
          <ac:picMkLst>
            <pc:docMk/>
            <pc:sldMk cId="3196455142" sldId="588"/>
            <ac:picMk id="2" creationId="{242B0004-2556-82AE-F7BD-6CC8370B3409}"/>
          </ac:picMkLst>
        </pc:picChg>
        <pc:picChg chg="add del mod">
          <ac:chgData name="이 동현" userId="af81e3f4-de83-431d-bde4-e2ab64abd130" providerId="ADAL" clId="{AA6A7135-BCB5-5DEF-84F3-CC9DA73A5EDA}" dt="2026-03-12T08:20:28.326" v="17307" actId="478"/>
          <ac:picMkLst>
            <pc:docMk/>
            <pc:sldMk cId="3196455142" sldId="588"/>
            <ac:picMk id="8" creationId="{5F8197B1-AE26-2BF4-DB11-1061EDBFBFCB}"/>
          </ac:picMkLst>
        </pc:picChg>
        <pc:picChg chg="add mod modCrop">
          <ac:chgData name="이 동현" userId="af81e3f4-de83-431d-bde4-e2ab64abd130" providerId="ADAL" clId="{AA6A7135-BCB5-5DEF-84F3-CC9DA73A5EDA}" dt="2026-03-12T08:32:13.136" v="17320" actId="14100"/>
          <ac:picMkLst>
            <pc:docMk/>
            <pc:sldMk cId="3196455142" sldId="588"/>
            <ac:picMk id="9" creationId="{64C1F30D-D206-CC4A-2E0A-3A90E91F8E11}"/>
          </ac:picMkLst>
        </pc:picChg>
      </pc:sldChg>
      <pc:sldChg chg="modSp add mod">
        <pc:chgData name="이 동현" userId="af81e3f4-de83-431d-bde4-e2ab64abd130" providerId="ADAL" clId="{AA6A7135-BCB5-5DEF-84F3-CC9DA73A5EDA}" dt="2026-03-12T08:19:20.175" v="17303" actId="20577"/>
        <pc:sldMkLst>
          <pc:docMk/>
          <pc:sldMk cId="1873627384" sldId="589"/>
        </pc:sldMkLst>
        <pc:spChg chg="mod">
          <ac:chgData name="이 동현" userId="af81e3f4-de83-431d-bde4-e2ab64abd130" providerId="ADAL" clId="{AA6A7135-BCB5-5DEF-84F3-CC9DA73A5EDA}" dt="2026-03-12T08:19:20.175" v="17303" actId="20577"/>
          <ac:spMkLst>
            <pc:docMk/>
            <pc:sldMk cId="1873627384" sldId="589"/>
            <ac:spMk id="6" creationId="{E104EAFC-9B8B-6C24-7423-76A853C94784}"/>
          </ac:spMkLst>
        </pc:spChg>
      </pc:sldChg>
      <pc:sldChg chg="modSp add mod">
        <pc:chgData name="이 동현" userId="af81e3f4-de83-431d-bde4-e2ab64abd130" providerId="ADAL" clId="{AA6A7135-BCB5-5DEF-84F3-CC9DA73A5EDA}" dt="2026-03-12T08:19:17.318" v="17302" actId="20577"/>
        <pc:sldMkLst>
          <pc:docMk/>
          <pc:sldMk cId="2736633798" sldId="590"/>
        </pc:sldMkLst>
        <pc:spChg chg="mod">
          <ac:chgData name="이 동현" userId="af81e3f4-de83-431d-bde4-e2ab64abd130" providerId="ADAL" clId="{AA6A7135-BCB5-5DEF-84F3-CC9DA73A5EDA}" dt="2026-03-12T08:19:17.318" v="17302" actId="20577"/>
          <ac:spMkLst>
            <pc:docMk/>
            <pc:sldMk cId="2736633798" sldId="590"/>
            <ac:spMk id="6" creationId="{2A055D6E-9B43-C3F8-9108-0B47DD485955}"/>
          </ac:spMkLst>
        </pc:spChg>
      </pc:sldChg>
      <pc:sldChg chg="modSp add mod">
        <pc:chgData name="이 동현" userId="af81e3f4-de83-431d-bde4-e2ab64abd130" providerId="ADAL" clId="{AA6A7135-BCB5-5DEF-84F3-CC9DA73A5EDA}" dt="2026-03-12T08:19:14.542" v="17301" actId="20577"/>
        <pc:sldMkLst>
          <pc:docMk/>
          <pc:sldMk cId="1481374968" sldId="591"/>
        </pc:sldMkLst>
        <pc:spChg chg="mod">
          <ac:chgData name="이 동현" userId="af81e3f4-de83-431d-bde4-e2ab64abd130" providerId="ADAL" clId="{AA6A7135-BCB5-5DEF-84F3-CC9DA73A5EDA}" dt="2026-03-12T08:19:14.542" v="17301" actId="20577"/>
          <ac:spMkLst>
            <pc:docMk/>
            <pc:sldMk cId="1481374968" sldId="591"/>
            <ac:spMk id="6" creationId="{90004256-4AA9-40AD-E721-27880B4E6D73}"/>
          </ac:spMkLst>
        </pc:spChg>
      </pc:sldChg>
      <pc:sldChg chg="modSp add mod">
        <pc:chgData name="이 동현" userId="af81e3f4-de83-431d-bde4-e2ab64abd130" providerId="ADAL" clId="{AA6A7135-BCB5-5DEF-84F3-CC9DA73A5EDA}" dt="2026-03-12T08:19:10.903" v="17300" actId="20577"/>
        <pc:sldMkLst>
          <pc:docMk/>
          <pc:sldMk cId="226060334" sldId="592"/>
        </pc:sldMkLst>
        <pc:spChg chg="mod">
          <ac:chgData name="이 동현" userId="af81e3f4-de83-431d-bde4-e2ab64abd130" providerId="ADAL" clId="{AA6A7135-BCB5-5DEF-84F3-CC9DA73A5EDA}" dt="2026-03-12T08:19:10.903" v="17300" actId="20577"/>
          <ac:spMkLst>
            <pc:docMk/>
            <pc:sldMk cId="226060334" sldId="592"/>
            <ac:spMk id="6" creationId="{319A3886-D53A-937F-B84C-522FEC5DBF88}"/>
          </ac:spMkLst>
        </pc:spChg>
      </pc:sldChg>
      <pc:sldMasterChg chg="modSldLayout">
        <pc:chgData name="이 동현" userId="af81e3f4-de83-431d-bde4-e2ab64abd130" providerId="ADAL" clId="{AA6A7135-BCB5-5DEF-84F3-CC9DA73A5EDA}" dt="2026-03-10T07:48:57.771" v="13638" actId="1037"/>
        <pc:sldMasterMkLst>
          <pc:docMk/>
          <pc:sldMasterMk cId="115354693" sldId="2147484016"/>
        </pc:sldMasterMkLst>
        <pc:sldLayoutChg chg="addSp delSp modSp mod">
          <pc:chgData name="이 동현" userId="af81e3f4-de83-431d-bde4-e2ab64abd130" providerId="ADAL" clId="{AA6A7135-BCB5-5DEF-84F3-CC9DA73A5EDA}" dt="2026-03-10T07:48:57.771" v="13638" actId="1037"/>
          <pc:sldLayoutMkLst>
            <pc:docMk/>
            <pc:sldMasterMk cId="115354693" sldId="2147484016"/>
            <pc:sldLayoutMk cId="1876270131" sldId="2147484017"/>
          </pc:sldLayoutMkLst>
          <pc:spChg chg="mod">
            <ac:chgData name="이 동현" userId="af81e3f4-de83-431d-bde4-e2ab64abd130" providerId="ADAL" clId="{AA6A7135-BCB5-5DEF-84F3-CC9DA73A5EDA}" dt="2026-03-10T07:48:03.957" v="13596" actId="1076"/>
            <ac:spMkLst>
              <pc:docMk/>
              <pc:sldMasterMk cId="115354693" sldId="2147484016"/>
              <pc:sldLayoutMk cId="1876270131" sldId="2147484017"/>
              <ac:spMk id="6" creationId="{C31E34D6-09C1-59D2-0A19-1E5914333CAE}"/>
            </ac:spMkLst>
          </pc:spChg>
          <pc:spChg chg="add mod">
            <ac:chgData name="이 동현" userId="af81e3f4-de83-431d-bde4-e2ab64abd130" providerId="ADAL" clId="{AA6A7135-BCB5-5DEF-84F3-CC9DA73A5EDA}" dt="2026-03-10T07:47:58.164" v="13595" actId="1076"/>
            <ac:spMkLst>
              <pc:docMk/>
              <pc:sldMasterMk cId="115354693" sldId="2147484016"/>
              <pc:sldLayoutMk cId="1876270131" sldId="2147484017"/>
              <ac:spMk id="7" creationId="{C8D9BFFD-4E56-0106-B50E-963B6D4EDACA}"/>
            </ac:spMkLst>
          </pc:spChg>
          <pc:spChg chg="mod">
            <ac:chgData name="이 동현" userId="af81e3f4-de83-431d-bde4-e2ab64abd130" providerId="ADAL" clId="{AA6A7135-BCB5-5DEF-84F3-CC9DA73A5EDA}" dt="2026-03-10T07:48:57.771" v="13638" actId="1037"/>
            <ac:spMkLst>
              <pc:docMk/>
              <pc:sldMasterMk cId="115354693" sldId="2147484016"/>
              <pc:sldLayoutMk cId="1876270131" sldId="2147484017"/>
              <ac:spMk id="9" creationId="{D4568C43-1553-933C-A6F2-EA1E58A8CCBE}"/>
            </ac:spMkLst>
          </pc:spChg>
          <pc:spChg chg="add mod">
            <ac:chgData name="이 동현" userId="af81e3f4-de83-431d-bde4-e2ab64abd130" providerId="ADAL" clId="{AA6A7135-BCB5-5DEF-84F3-CC9DA73A5EDA}" dt="2026-03-10T07:48:21.599" v="13611" actId="1038"/>
            <ac:spMkLst>
              <pc:docMk/>
              <pc:sldMasterMk cId="115354693" sldId="2147484016"/>
              <pc:sldLayoutMk cId="1876270131" sldId="2147484017"/>
              <ac:spMk id="10" creationId="{D70416CE-65D4-7645-B216-91193ED4D7E0}"/>
            </ac:spMkLst>
          </pc:spChg>
          <pc:spChg chg="mod">
            <ac:chgData name="이 동현" userId="af81e3f4-de83-431d-bde4-e2ab64abd130" providerId="ADAL" clId="{AA6A7135-BCB5-5DEF-84F3-CC9DA73A5EDA}" dt="2026-03-10T07:48:43.248" v="13629" actId="1037"/>
            <ac:spMkLst>
              <pc:docMk/>
              <pc:sldMasterMk cId="115354693" sldId="2147484016"/>
              <pc:sldLayoutMk cId="1876270131" sldId="2147484017"/>
              <ac:spMk id="11" creationId="{19704AD9-0E5A-FDE6-E78B-3EE8DDD05B09}"/>
            </ac:spMkLst>
          </pc:spChg>
          <pc:spChg chg="add mod">
            <ac:chgData name="이 동현" userId="af81e3f4-de83-431d-bde4-e2ab64abd130" providerId="ADAL" clId="{AA6A7135-BCB5-5DEF-84F3-CC9DA73A5EDA}" dt="2026-03-10T07:48:43.248" v="13629" actId="1037"/>
            <ac:spMkLst>
              <pc:docMk/>
              <pc:sldMasterMk cId="115354693" sldId="2147484016"/>
              <pc:sldLayoutMk cId="1876270131" sldId="2147484017"/>
              <ac:spMk id="12" creationId="{15014EDF-E10D-6F8C-A687-0A36AD4959A0}"/>
            </ac:spMkLst>
          </pc:spChg>
          <pc:spChg chg="add mod">
            <ac:chgData name="이 동현" userId="af81e3f4-de83-431d-bde4-e2ab64abd130" providerId="ADAL" clId="{AA6A7135-BCB5-5DEF-84F3-CC9DA73A5EDA}" dt="2026-03-10T07:48:54.341" v="13635" actId="1037"/>
            <ac:spMkLst>
              <pc:docMk/>
              <pc:sldMasterMk cId="115354693" sldId="2147484016"/>
              <pc:sldLayoutMk cId="1876270131" sldId="2147484017"/>
              <ac:spMk id="14" creationId="{51819499-BC21-283B-A650-94467920939B}"/>
            </ac:spMkLst>
          </pc:spChg>
          <pc:spChg chg="mod">
            <ac:chgData name="이 동현" userId="af81e3f4-de83-431d-bde4-e2ab64abd130" providerId="ADAL" clId="{AA6A7135-BCB5-5DEF-84F3-CC9DA73A5EDA}" dt="2026-03-10T07:48:21.599" v="13611" actId="1038"/>
            <ac:spMkLst>
              <pc:docMk/>
              <pc:sldMasterMk cId="115354693" sldId="2147484016"/>
              <pc:sldLayoutMk cId="1876270131" sldId="2147484017"/>
              <ac:spMk id="17" creationId="{3C3C4D88-3EEF-C927-6575-2A46F036EEB5}"/>
            </ac:spMkLst>
          </pc:spChg>
          <pc:spChg chg="mod">
            <ac:chgData name="이 동현" userId="af81e3f4-de83-431d-bde4-e2ab64abd130" providerId="ADAL" clId="{AA6A7135-BCB5-5DEF-84F3-CC9DA73A5EDA}" dt="2026-03-10T07:48:31.220" v="13612" actId="14100"/>
            <ac:spMkLst>
              <pc:docMk/>
              <pc:sldMasterMk cId="115354693" sldId="2147484016"/>
              <pc:sldLayoutMk cId="1876270131" sldId="2147484017"/>
              <ac:spMk id="21" creationId="{7BFA1C52-0738-5BA9-FD5A-7F39E9D40381}"/>
            </ac:spMkLst>
          </pc:spChg>
          <pc:spChg chg="mod">
            <ac:chgData name="이 동현" userId="af81e3f4-de83-431d-bde4-e2ab64abd130" providerId="ADAL" clId="{AA6A7135-BCB5-5DEF-84F3-CC9DA73A5EDA}" dt="2026-03-10T07:48:21.599" v="13611" actId="1038"/>
            <ac:spMkLst>
              <pc:docMk/>
              <pc:sldMasterMk cId="115354693" sldId="2147484016"/>
              <pc:sldLayoutMk cId="1876270131" sldId="2147484017"/>
              <ac:spMk id="22" creationId="{8A1D47E3-82D7-E7B6-F5C1-1190AB938849}"/>
            </ac:spMkLst>
          </pc:spChg>
          <pc:spChg chg="mod">
            <ac:chgData name="이 동현" userId="af81e3f4-de83-431d-bde4-e2ab64abd130" providerId="ADAL" clId="{AA6A7135-BCB5-5DEF-84F3-CC9DA73A5EDA}" dt="2026-03-10T07:47:49.568" v="13593" actId="1076"/>
            <ac:spMkLst>
              <pc:docMk/>
              <pc:sldMasterMk cId="115354693" sldId="2147484016"/>
              <pc:sldLayoutMk cId="1876270131" sldId="2147484017"/>
              <ac:spMk id="23" creationId="{D0DB35AC-BEC0-AB72-3863-E8264C4D1655}"/>
            </ac:spMkLst>
          </pc:spChg>
          <pc:spChg chg="mod">
            <ac:chgData name="이 동현" userId="af81e3f4-de83-431d-bde4-e2ab64abd130" providerId="ADAL" clId="{AA6A7135-BCB5-5DEF-84F3-CC9DA73A5EDA}" dt="2026-03-10T07:47:53.651" v="13594" actId="1076"/>
            <ac:spMkLst>
              <pc:docMk/>
              <pc:sldMasterMk cId="115354693" sldId="2147484016"/>
              <pc:sldLayoutMk cId="1876270131" sldId="2147484017"/>
              <ac:spMk id="24" creationId="{CCCA4D32-3F97-6798-4E84-4C2DFB123858}"/>
            </ac:spMkLst>
          </pc:spChg>
          <pc:picChg chg="mod">
            <ac:chgData name="이 동현" userId="af81e3f4-de83-431d-bde4-e2ab64abd130" providerId="ADAL" clId="{AA6A7135-BCB5-5DEF-84F3-CC9DA73A5EDA}" dt="2026-03-10T07:43:41.146" v="13340" actId="1076"/>
            <ac:picMkLst>
              <pc:docMk/>
              <pc:sldMasterMk cId="115354693" sldId="2147484016"/>
              <pc:sldLayoutMk cId="1876270131" sldId="2147484017"/>
              <ac:picMk id="3" creationId="{498D2A7E-207E-6D7A-685C-2EC267CF39AE}"/>
            </ac:picMkLst>
          </pc:picChg>
        </pc:sldLayoutChg>
        <pc:sldLayoutChg chg="modSp mod">
          <pc:chgData name="이 동현" userId="af81e3f4-de83-431d-bde4-e2ab64abd130" providerId="ADAL" clId="{AA6A7135-BCB5-5DEF-84F3-CC9DA73A5EDA}" dt="2026-03-05T04:59:37.007" v="4042" actId="948"/>
          <pc:sldLayoutMkLst>
            <pc:docMk/>
            <pc:sldMasterMk cId="115354693" sldId="2147484016"/>
            <pc:sldLayoutMk cId="2245857192" sldId="2147484018"/>
          </pc:sldLayoutMkLst>
          <pc:spChg chg="mod">
            <ac:chgData name="이 동현" userId="af81e3f4-de83-431d-bde4-e2ab64abd130" providerId="ADAL" clId="{AA6A7135-BCB5-5DEF-84F3-CC9DA73A5EDA}" dt="2026-03-05T04:59:37.007" v="4042" actId="948"/>
            <ac:spMkLst>
              <pc:docMk/>
              <pc:sldMasterMk cId="115354693" sldId="2147484016"/>
              <pc:sldLayoutMk cId="2245857192" sldId="2147484018"/>
              <ac:spMk id="14" creationId="{FA71E9EE-21B7-3037-9E19-D330005DFD7B}"/>
            </ac:spMkLst>
          </pc:spChg>
        </pc:sldLayoutChg>
      </pc:sldMasterChg>
    </pc:docChg>
  </pc:docChgLst>
  <pc:docChgLst>
    <pc:chgData name="정 윤기" userId="d0e9ff02-e61c-4159-807a-65a1b8c33140" providerId="ADAL" clId="{3CF16AD4-92F6-5EA0-BF1B-CEEBC77E65AC}"/>
    <pc:docChg chg="custSel modSld">
      <pc:chgData name="정 윤기" userId="d0e9ff02-e61c-4159-807a-65a1b8c33140" providerId="ADAL" clId="{3CF16AD4-92F6-5EA0-BF1B-CEEBC77E65AC}" dt="2026-03-10T07:17:53.892" v="135" actId="20577"/>
      <pc:docMkLst>
        <pc:docMk/>
      </pc:docMkLst>
      <pc:sldChg chg="addSp delSp modSp mod">
        <pc:chgData name="정 윤기" userId="d0e9ff02-e61c-4159-807a-65a1b8c33140" providerId="ADAL" clId="{3CF16AD4-92F6-5EA0-BF1B-CEEBC77E65AC}" dt="2026-03-10T07:15:59.590" v="88" actId="20577"/>
        <pc:sldMkLst>
          <pc:docMk/>
          <pc:sldMk cId="4152437620" sldId="581"/>
        </pc:sldMkLst>
        <pc:spChg chg="mod">
          <ac:chgData name="정 윤기" userId="d0e9ff02-e61c-4159-807a-65a1b8c33140" providerId="ADAL" clId="{3CF16AD4-92F6-5EA0-BF1B-CEEBC77E65AC}" dt="2026-03-10T07:15:59.590" v="88" actId="20577"/>
          <ac:spMkLst>
            <pc:docMk/>
            <pc:sldMk cId="4152437620" sldId="581"/>
            <ac:spMk id="6" creationId="{78D312FE-97C9-8450-99D7-54C26021341A}"/>
          </ac:spMkLst>
        </pc:spChg>
        <pc:spChg chg="mod">
          <ac:chgData name="정 윤기" userId="d0e9ff02-e61c-4159-807a-65a1b8c33140" providerId="ADAL" clId="{3CF16AD4-92F6-5EA0-BF1B-CEEBC77E65AC}" dt="2026-03-10T07:10:37.108" v="52" actId="14100"/>
          <ac:spMkLst>
            <pc:docMk/>
            <pc:sldMk cId="4152437620" sldId="581"/>
            <ac:spMk id="15" creationId="{1D7A36D0-CBA6-0432-D3BD-67DAAE163B0A}"/>
          </ac:spMkLst>
        </pc:spChg>
      </pc:sldChg>
      <pc:sldChg chg="addSp delSp modSp mod">
        <pc:chgData name="정 윤기" userId="d0e9ff02-e61c-4159-807a-65a1b8c33140" providerId="ADAL" clId="{3CF16AD4-92F6-5EA0-BF1B-CEEBC77E65AC}" dt="2026-03-10T07:17:53.892" v="135" actId="20577"/>
        <pc:sldMkLst>
          <pc:docMk/>
          <pc:sldMk cId="3329812173" sldId="587"/>
        </pc:sldMkLst>
        <pc:spChg chg="mod">
          <ac:chgData name="정 윤기" userId="d0e9ff02-e61c-4159-807a-65a1b8c33140" providerId="ADAL" clId="{3CF16AD4-92F6-5EA0-BF1B-CEEBC77E65AC}" dt="2026-03-10T07:17:53.892" v="135" actId="20577"/>
          <ac:spMkLst>
            <pc:docMk/>
            <pc:sldMk cId="3329812173" sldId="587"/>
            <ac:spMk id="6" creationId="{528E1860-3F1D-9A9E-A229-FD369752AB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D45485F-ECBE-84D8-BEE2-0A47B4F5F1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8F55BF-C8D9-E97E-3ABC-38B6809572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6232B-996D-2847-9743-2EA713A933BA}" type="datetimeFigureOut">
              <a:rPr kumimoji="1" lang="ko-Kore-KR" altLang="en-US" smtClean="0"/>
              <a:t>3/26/26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779422-BC73-88D8-0CFE-6D9141007A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183E00-1BB0-988D-109E-679397EE60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B432-D8E3-3F47-A649-E3BDD75F951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266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BE4D8-5D66-2A4D-A5BE-67981B6B3976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8B8B1-99E1-6F4C-8C14-98857F3621F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370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346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A795-2681-2F01-1A72-39D27842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EBAECC-242F-8FD5-F171-2C2A8F6E4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719626-6410-725D-4520-FB5AB6280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B52A7-7A06-D5C6-7152-306CA6C57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6995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E8B8-DE77-25B2-C670-FE496C76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053B0A-2C43-E78C-348F-8FD83950A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B35483-BCE7-7AE7-6276-946EFCF06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FAA3E-F1CD-65C8-1C8A-073CEFEFC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7738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AFD2-D90D-31E5-4CCC-6E0A4D31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A315B9-7DA6-4C91-121A-CDE7E6BA1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156719-A63C-45A7-7757-E3912298D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CF2C6A-8720-634A-A9B5-C7516CE78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629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38023F6-82CB-4D82-BFFC-A1977A758CD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D7DEEB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pic>
        <p:nvPicPr>
          <p:cNvPr id="15" name="그림 14" descr="그래픽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E802A7-37FF-FA3D-DECA-2B942DE95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</a:blip>
          <a:srcRect l="68120" t="25123" r="-844" b="58291"/>
          <a:stretch>
            <a:fillRect/>
          </a:stretch>
        </p:blipFill>
        <p:spPr>
          <a:xfrm>
            <a:off x="0" y="4731328"/>
            <a:ext cx="10482146" cy="212667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93AC40-3A17-D38B-DB45-6037A608FAAE}"/>
              </a:ext>
            </a:extLst>
          </p:cNvPr>
          <p:cNvSpPr/>
          <p:nvPr userDrawn="1"/>
        </p:nvSpPr>
        <p:spPr>
          <a:xfrm flipH="1">
            <a:off x="1523997" y="1378226"/>
            <a:ext cx="323461" cy="5479775"/>
          </a:xfrm>
          <a:prstGeom prst="rect">
            <a:avLst/>
          </a:prstGeom>
          <a:gradFill>
            <a:gsLst>
              <a:gs pos="0">
                <a:srgbClr val="D7DEEB"/>
              </a:gs>
              <a:gs pos="100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6" name="그림 15" descr="그래픽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8C7A22-435E-9F93-B9FA-EBC0FDF1D0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</a:blip>
          <a:srcRect l="-11623" t="13636" r="71308" b="16516"/>
          <a:stretch>
            <a:fillRect/>
          </a:stretch>
        </p:blipFill>
        <p:spPr>
          <a:xfrm>
            <a:off x="9016300" y="0"/>
            <a:ext cx="3175700" cy="6858000"/>
          </a:xfrm>
          <a:prstGeom prst="rect">
            <a:avLst/>
          </a:prstGeom>
        </p:spPr>
      </p:pic>
      <p:sp>
        <p:nvSpPr>
          <p:cNvPr id="5" name="Text Placeholder 38">
            <a:extLst>
              <a:ext uri="{FF2B5EF4-FFF2-40B4-BE49-F238E27FC236}">
                <a16:creationId xmlns:a16="http://schemas.microsoft.com/office/drawing/2014/main" id="{5BE2668B-C09B-ADDD-21D1-833EDF820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6899" y="2418420"/>
            <a:ext cx="10592845" cy="424238"/>
          </a:xfrm>
        </p:spPr>
        <p:txBody>
          <a:bodyPr anchor="ctr">
            <a:no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98402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46CB5CF1-B05C-F422-74B8-B5EF52DD9E81}"/>
              </a:ext>
            </a:extLst>
          </p:cNvPr>
          <p:cNvSpPr/>
          <p:nvPr userDrawn="1"/>
        </p:nvSpPr>
        <p:spPr>
          <a:xfrm>
            <a:off x="0" y="0"/>
            <a:ext cx="12203875" cy="5457812"/>
          </a:xfrm>
          <a:prstGeom prst="rect">
            <a:avLst/>
          </a:prstGeom>
          <a:solidFill>
            <a:srgbClr val="D7DEEB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pic>
        <p:nvPicPr>
          <p:cNvPr id="2" name="그림 1" descr="그래픽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71FEE2-CC60-5DD1-D2F0-75BA1E06C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</a:blip>
          <a:srcRect l="-11623" t="-6250" r="12495" b="5572"/>
          <a:stretch>
            <a:fillRect/>
          </a:stretch>
        </p:blipFill>
        <p:spPr>
          <a:xfrm>
            <a:off x="7332909" y="292790"/>
            <a:ext cx="4828606" cy="611266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B611218-16BE-E726-767C-A2F88AD55DA4}"/>
              </a:ext>
            </a:extLst>
          </p:cNvPr>
          <p:cNvSpPr/>
          <p:nvPr userDrawn="1"/>
        </p:nvSpPr>
        <p:spPr>
          <a:xfrm flipV="1">
            <a:off x="0" y="5282934"/>
            <a:ext cx="12203875" cy="1588580"/>
          </a:xfrm>
          <a:prstGeom prst="rect">
            <a:avLst/>
          </a:prstGeom>
          <a:solidFill>
            <a:srgbClr val="213D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3658F-6688-B23A-5DBF-BC2C1E75EC72}"/>
              </a:ext>
            </a:extLst>
          </p:cNvPr>
          <p:cNvSpPr txBox="1"/>
          <p:nvPr userDrawn="1"/>
        </p:nvSpPr>
        <p:spPr>
          <a:xfrm>
            <a:off x="183826" y="109162"/>
            <a:ext cx="3206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36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Contents</a:t>
            </a:r>
            <a:endParaRPr kumimoji="1" lang="ko-Kore-KR" altLang="en-US" sz="3600" b="1" i="0">
              <a:solidFill>
                <a:srgbClr val="203C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E34D6-09C1-59D2-0A19-1E5914333CAE}"/>
              </a:ext>
            </a:extLst>
          </p:cNvPr>
          <p:cNvSpPr txBox="1"/>
          <p:nvPr userDrawn="1"/>
        </p:nvSpPr>
        <p:spPr>
          <a:xfrm>
            <a:off x="183826" y="1795035"/>
            <a:ext cx="251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ore-KR" sz="28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Architecture</a:t>
            </a:r>
            <a:endParaRPr kumimoji="1" lang="ko-Kore-KR" altLang="en-US" sz="2000" b="1" i="0">
              <a:solidFill>
                <a:srgbClr val="203C63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" name="그림 2" descr="그래픽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8D2A7E-207E-6D7A-685C-2EC267CF39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</a:blip>
          <a:srcRect l="43980" t="25123" r="-1974" b="36479"/>
          <a:stretch>
            <a:fillRect/>
          </a:stretch>
        </p:blipFill>
        <p:spPr>
          <a:xfrm>
            <a:off x="6583" y="3441643"/>
            <a:ext cx="6930503" cy="183683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3C4D88-3EEF-C927-6575-2A46F036EEB5}"/>
              </a:ext>
            </a:extLst>
          </p:cNvPr>
          <p:cNvSpPr/>
          <p:nvPr userDrawn="1"/>
        </p:nvSpPr>
        <p:spPr>
          <a:xfrm flipH="1">
            <a:off x="344058" y="2335340"/>
            <a:ext cx="45719" cy="3007222"/>
          </a:xfrm>
          <a:prstGeom prst="rect">
            <a:avLst/>
          </a:prstGeom>
          <a:gradFill>
            <a:gsLst>
              <a:gs pos="0">
                <a:srgbClr val="D7DEEB"/>
              </a:gs>
              <a:gs pos="35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BFA1C52-0738-5BA9-FD5A-7F39E9D40381}"/>
              </a:ext>
            </a:extLst>
          </p:cNvPr>
          <p:cNvSpPr/>
          <p:nvPr userDrawn="1"/>
        </p:nvSpPr>
        <p:spPr>
          <a:xfrm>
            <a:off x="3347929" y="2331552"/>
            <a:ext cx="45719" cy="2956465"/>
          </a:xfrm>
          <a:prstGeom prst="rect">
            <a:avLst/>
          </a:prstGeom>
          <a:gradFill>
            <a:gsLst>
              <a:gs pos="0">
                <a:srgbClr val="D7DEEB"/>
              </a:gs>
              <a:gs pos="35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1D47E3-82D7-E7B6-F5C1-1190AB938849}"/>
              </a:ext>
            </a:extLst>
          </p:cNvPr>
          <p:cNvSpPr/>
          <p:nvPr userDrawn="1"/>
        </p:nvSpPr>
        <p:spPr>
          <a:xfrm flipH="1">
            <a:off x="6304530" y="2335339"/>
            <a:ext cx="45719" cy="3161891"/>
          </a:xfrm>
          <a:prstGeom prst="rect">
            <a:avLst/>
          </a:prstGeom>
          <a:gradFill>
            <a:gsLst>
              <a:gs pos="0">
                <a:srgbClr val="D7DEEB"/>
              </a:gs>
              <a:gs pos="35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DB35AC-BEC0-AB72-3863-E8264C4D1655}"/>
              </a:ext>
            </a:extLst>
          </p:cNvPr>
          <p:cNvSpPr txBox="1"/>
          <p:nvPr userDrawn="1"/>
        </p:nvSpPr>
        <p:spPr>
          <a:xfrm>
            <a:off x="3164000" y="1806106"/>
            <a:ext cx="251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28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Ansible 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구성</a:t>
            </a:r>
            <a:endParaRPr kumimoji="1" lang="ko-Kore-KR" altLang="en-US" sz="2000" b="1" i="0">
              <a:solidFill>
                <a:srgbClr val="203C63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A4D32-3F97-6798-4E84-4C2DFB123858}"/>
              </a:ext>
            </a:extLst>
          </p:cNvPr>
          <p:cNvSpPr txBox="1"/>
          <p:nvPr userDrawn="1"/>
        </p:nvSpPr>
        <p:spPr>
          <a:xfrm>
            <a:off x="6144174" y="1801023"/>
            <a:ext cx="251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3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Source 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관리 구조</a:t>
            </a:r>
            <a:endParaRPr kumimoji="1" lang="ko-KR" altLang="en-US" sz="2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68C43-1553-933C-A6F2-EA1E58A8CCBE}"/>
              </a:ext>
            </a:extLst>
          </p:cNvPr>
          <p:cNvSpPr txBox="1"/>
          <p:nvPr userDrawn="1"/>
        </p:nvSpPr>
        <p:spPr>
          <a:xfrm>
            <a:off x="6530024" y="2439946"/>
            <a:ext cx="2811218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Catalog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설정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Profile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설정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Overlay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설정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04AD9-0E5A-FDE6-E78B-3EE8DDD05B09}"/>
              </a:ext>
            </a:extLst>
          </p:cNvPr>
          <p:cNvSpPr txBox="1"/>
          <p:nvPr userDrawn="1"/>
        </p:nvSpPr>
        <p:spPr>
          <a:xfrm>
            <a:off x="598011" y="2445723"/>
            <a:ext cx="2488673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로그 수집 아키텍처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Source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Server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     Relay Server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9BFFD-4E56-0106-B50E-963B6D4EDACA}"/>
              </a:ext>
            </a:extLst>
          </p:cNvPr>
          <p:cNvSpPr txBox="1"/>
          <p:nvPr userDrawn="1"/>
        </p:nvSpPr>
        <p:spPr>
          <a:xfrm>
            <a:off x="9124348" y="1801023"/>
            <a:ext cx="251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4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Source 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적용 결과</a:t>
            </a:r>
            <a:endParaRPr kumimoji="1" lang="ko-KR" altLang="en-US" sz="2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0416CE-65D4-7645-B216-91193ED4D7E0}"/>
              </a:ext>
            </a:extLst>
          </p:cNvPr>
          <p:cNvSpPr/>
          <p:nvPr userDrawn="1"/>
        </p:nvSpPr>
        <p:spPr>
          <a:xfrm flipH="1">
            <a:off x="9307694" y="2331424"/>
            <a:ext cx="45719" cy="3161891"/>
          </a:xfrm>
          <a:prstGeom prst="rect">
            <a:avLst/>
          </a:prstGeom>
          <a:gradFill>
            <a:gsLst>
              <a:gs pos="0">
                <a:srgbClr val="D7DEEB"/>
              </a:gs>
              <a:gs pos="35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14EDF-E10D-6F8C-A687-0A36AD4959A0}"/>
              </a:ext>
            </a:extLst>
          </p:cNvPr>
          <p:cNvSpPr txBox="1"/>
          <p:nvPr userDrawn="1"/>
        </p:nvSpPr>
        <p:spPr>
          <a:xfrm>
            <a:off x="9522713" y="2435035"/>
            <a:ext cx="2202107" cy="1526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Collector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Source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생성 결과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Source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Category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확인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819499-BC21-283B-A650-94467920939B}"/>
              </a:ext>
            </a:extLst>
          </p:cNvPr>
          <p:cNvSpPr txBox="1"/>
          <p:nvPr userDrawn="1"/>
        </p:nvSpPr>
        <p:spPr>
          <a:xfrm>
            <a:off x="3537335" y="2439946"/>
            <a:ext cx="2811218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Ansible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프로젝트 구조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Ansible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환경 설정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Ansible Inventory </a:t>
            </a:r>
            <a:r>
              <a:rPr kumimoji="1" lang="ko-KR" altLang="en-US" sz="1600" dirty="0">
                <a:solidFill>
                  <a:schemeClr val="accent4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구성</a:t>
            </a:r>
            <a:endParaRPr kumimoji="1" lang="en-US" altLang="ko-KR" sz="1600" dirty="0">
              <a:solidFill>
                <a:schemeClr val="accent4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270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1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7F41707-714B-7E85-D3C9-5C059B7F5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38" y="64549"/>
            <a:ext cx="10592844" cy="604153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D7FEA-EBC5-37D1-597D-5984C0AFD93E}"/>
              </a:ext>
            </a:extLst>
          </p:cNvPr>
          <p:cNvSpPr/>
          <p:nvPr userDrawn="1"/>
        </p:nvSpPr>
        <p:spPr>
          <a:xfrm>
            <a:off x="-10510" y="-10510"/>
            <a:ext cx="12222000" cy="694800"/>
          </a:xfrm>
          <a:prstGeom prst="rect">
            <a:avLst/>
          </a:prstGeom>
          <a:solidFill>
            <a:srgbClr val="20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5BE23ADB-D5EB-BB1E-F6D2-60DE2EA32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237" y="683969"/>
            <a:ext cx="10592845" cy="424238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2F641-9BC0-EF59-78A4-9ABAEF6896A7}"/>
              </a:ext>
            </a:extLst>
          </p:cNvPr>
          <p:cNvSpPr/>
          <p:nvPr userDrawn="1"/>
        </p:nvSpPr>
        <p:spPr>
          <a:xfrm>
            <a:off x="167237" y="1635748"/>
            <a:ext cx="7720921" cy="4527482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FDD35-EF01-F4ED-1B82-D5F3ECF5F9A6}"/>
              </a:ext>
            </a:extLst>
          </p:cNvPr>
          <p:cNvSpPr/>
          <p:nvPr userDrawn="1"/>
        </p:nvSpPr>
        <p:spPr>
          <a:xfrm>
            <a:off x="8044543" y="1581748"/>
            <a:ext cx="3961720" cy="4581482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FDDDF415-0E60-E69F-850D-A1318A5C77B9}"/>
              </a:ext>
            </a:extLst>
          </p:cNvPr>
          <p:cNvSpPr/>
          <p:nvPr userDrawn="1"/>
        </p:nvSpPr>
        <p:spPr>
          <a:xfrm>
            <a:off x="167235" y="1279777"/>
            <a:ext cx="7720921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highlight>
                <a:srgbClr val="C0C0C0"/>
              </a:highlight>
              <a:latin typeface="+mn-lt"/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CC1C6CC7-9AC4-0995-A34C-8F7C0D10B0CD}"/>
              </a:ext>
            </a:extLst>
          </p:cNvPr>
          <p:cNvSpPr/>
          <p:nvPr userDrawn="1"/>
        </p:nvSpPr>
        <p:spPr>
          <a:xfrm>
            <a:off x="8044543" y="1276238"/>
            <a:ext cx="3961720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0813C5D1-A487-B4D5-529E-87946A8DB3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236" y="1314478"/>
            <a:ext cx="7720920" cy="34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153E9129-72FA-D288-0B06-019EF89876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4544" y="1314157"/>
            <a:ext cx="3980220" cy="35028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/>
              <a:t>설명</a:t>
            </a:r>
            <a:endParaRPr lang="en-KR"/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FA71E9EE-21B7-3037-9E19-D330005DFD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2947" y="1768765"/>
            <a:ext cx="3666931" cy="4121965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 b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dirty="0" err="1"/>
              <a:t>etc</a:t>
            </a:r>
            <a:endParaRPr lang="en-KR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1136E-8668-97B2-72E4-D190862B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8764" y="6428108"/>
            <a:ext cx="423452" cy="365343"/>
          </a:xfrm>
        </p:spPr>
        <p:txBody>
          <a:bodyPr/>
          <a:lstStyle>
            <a:lvl1pPr algn="ctr">
              <a:defRPr sz="1200">
                <a:solidFill>
                  <a:srgbClr val="173F69"/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>
              <a:solidFill>
                <a:srgbClr val="173F69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352E39E5-E2CC-631E-0E06-AFA56727B8C1}"/>
              </a:ext>
            </a:extLst>
          </p:cNvPr>
          <p:cNvSpPr/>
          <p:nvPr userDrawn="1"/>
        </p:nvSpPr>
        <p:spPr>
          <a:xfrm>
            <a:off x="113742" y="6320455"/>
            <a:ext cx="11952000" cy="10800"/>
          </a:xfrm>
          <a:prstGeom prst="rect">
            <a:avLst/>
          </a:prstGeom>
          <a:solidFill>
            <a:srgbClr val="173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7D07461-5D0B-45C7-3665-7B5E787FB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7263" y="6424779"/>
            <a:ext cx="889000" cy="35586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5244CDF-D689-86EA-36C2-B3FC4C1BBDA3}"/>
              </a:ext>
            </a:extLst>
          </p:cNvPr>
          <p:cNvSpPr/>
          <p:nvPr userDrawn="1"/>
        </p:nvSpPr>
        <p:spPr>
          <a:xfrm flipV="1">
            <a:off x="167235" y="1114008"/>
            <a:ext cx="11839028" cy="45719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  <a:solidFill>
                <a:srgbClr val="D7DE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85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7F41707-714B-7E85-D3C9-5C059B7F5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38" y="64549"/>
            <a:ext cx="10592844" cy="604153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D7FEA-EBC5-37D1-597D-5984C0AFD93E}"/>
              </a:ext>
            </a:extLst>
          </p:cNvPr>
          <p:cNvSpPr/>
          <p:nvPr userDrawn="1"/>
        </p:nvSpPr>
        <p:spPr>
          <a:xfrm>
            <a:off x="-10510" y="-10510"/>
            <a:ext cx="12222000" cy="694800"/>
          </a:xfrm>
          <a:prstGeom prst="rect">
            <a:avLst/>
          </a:prstGeom>
          <a:solidFill>
            <a:srgbClr val="20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2F641-9BC0-EF59-78A4-9ABAEF6896A7}"/>
              </a:ext>
            </a:extLst>
          </p:cNvPr>
          <p:cNvSpPr/>
          <p:nvPr userDrawn="1"/>
        </p:nvSpPr>
        <p:spPr>
          <a:xfrm>
            <a:off x="167237" y="759349"/>
            <a:ext cx="11839026" cy="5403881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FDDDF415-0E60-E69F-850D-A1318A5C77B9}"/>
              </a:ext>
            </a:extLst>
          </p:cNvPr>
          <p:cNvSpPr/>
          <p:nvPr userDrawn="1"/>
        </p:nvSpPr>
        <p:spPr>
          <a:xfrm>
            <a:off x="185737" y="766762"/>
            <a:ext cx="11820527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highlight>
                <a:srgbClr val="C0C0C0"/>
              </a:highlight>
              <a:latin typeface="+mn-lt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0813C5D1-A487-B4D5-529E-87946A8DB3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5737" y="801463"/>
            <a:ext cx="11820525" cy="34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1136E-8668-97B2-72E4-D190862B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8764" y="6428108"/>
            <a:ext cx="423452" cy="365343"/>
          </a:xfrm>
        </p:spPr>
        <p:txBody>
          <a:bodyPr/>
          <a:lstStyle>
            <a:lvl1pPr algn="ctr">
              <a:defRPr sz="1200">
                <a:solidFill>
                  <a:srgbClr val="173F69"/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>
              <a:solidFill>
                <a:srgbClr val="173F69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352E39E5-E2CC-631E-0E06-AFA56727B8C1}"/>
              </a:ext>
            </a:extLst>
          </p:cNvPr>
          <p:cNvSpPr/>
          <p:nvPr userDrawn="1"/>
        </p:nvSpPr>
        <p:spPr>
          <a:xfrm>
            <a:off x="113742" y="6320455"/>
            <a:ext cx="11952000" cy="10800"/>
          </a:xfrm>
          <a:prstGeom prst="rect">
            <a:avLst/>
          </a:prstGeom>
          <a:solidFill>
            <a:srgbClr val="173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7D07461-5D0B-45C7-3665-7B5E787FB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7263" y="6424779"/>
            <a:ext cx="889000" cy="35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5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309003-06CC-A636-7F6D-9AB3071DC880}"/>
              </a:ext>
            </a:extLst>
          </p:cNvPr>
          <p:cNvSpPr/>
          <p:nvPr userDrawn="1"/>
        </p:nvSpPr>
        <p:spPr>
          <a:xfrm>
            <a:off x="-10510" y="-10510"/>
            <a:ext cx="12222000" cy="694800"/>
          </a:xfrm>
          <a:prstGeom prst="rect">
            <a:avLst/>
          </a:prstGeom>
          <a:solidFill>
            <a:srgbClr val="20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88764" y="6424779"/>
            <a:ext cx="423452" cy="365343"/>
          </a:xfrm>
        </p:spPr>
        <p:txBody>
          <a:bodyPr/>
          <a:lstStyle>
            <a:lvl1pPr algn="ctr">
              <a:defRPr sz="1200">
                <a:solidFill>
                  <a:srgbClr val="173F69"/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>
              <a:solidFill>
                <a:srgbClr val="173F69"/>
              </a:solidFill>
            </a:endParaRPr>
          </a:p>
        </p:txBody>
      </p:sp>
      <p:sp>
        <p:nvSpPr>
          <p:cNvPr id="16" name="직사각형 4">
            <a:extLst>
              <a:ext uri="{FF2B5EF4-FFF2-40B4-BE49-F238E27FC236}">
                <a16:creationId xmlns:a16="http://schemas.microsoft.com/office/drawing/2014/main" id="{1489EF4A-B757-02FC-50D0-643E0D8B4F0D}"/>
              </a:ext>
            </a:extLst>
          </p:cNvPr>
          <p:cNvSpPr/>
          <p:nvPr userDrawn="1"/>
        </p:nvSpPr>
        <p:spPr>
          <a:xfrm>
            <a:off x="113742" y="6320455"/>
            <a:ext cx="11952000" cy="10800"/>
          </a:xfrm>
          <a:prstGeom prst="rect">
            <a:avLst/>
          </a:prstGeom>
          <a:solidFill>
            <a:srgbClr val="173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7F41707-714B-7E85-D3C9-5C059B7F5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38" y="64549"/>
            <a:ext cx="10592844" cy="604153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1A7DE-7AD3-73E9-C033-38D7D0896F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2339" y="331605"/>
            <a:ext cx="2093403" cy="321722"/>
          </a:xfrm>
          <a:noFill/>
          <a:effectLst>
            <a:softEdge rad="31588"/>
          </a:effectLst>
        </p:spPr>
        <p:txBody>
          <a:bodyPr anchor="ctr">
            <a:normAutofit/>
          </a:bodyPr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ore-KR" err="1"/>
              <a:t>etcccccccccccccccc</a:t>
            </a:r>
            <a:endParaRPr lang="en-KR" altLang="ko-Kore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067D1D-0150-3B0C-FA7A-FD714B7039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7263" y="6424779"/>
            <a:ext cx="889000" cy="35586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CE5C44-DCBB-AED5-ECC5-DFA6BBE482E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213" y="1460500"/>
            <a:ext cx="11331575" cy="446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F73F3C5-2141-40FA-D776-3CF6497A150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0212" y="3298163"/>
            <a:ext cx="9861452" cy="2626308"/>
          </a:xfrm>
        </p:spPr>
        <p:txBody>
          <a:bodyPr/>
          <a:lstStyle/>
          <a:p>
            <a:endParaRPr lang="en-KR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C25D39ED-F07F-7BD8-A5BE-6F432FE0B5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237" y="683969"/>
            <a:ext cx="10592845" cy="424238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CAFAB16-B093-0F22-D7B2-AE4066BE6A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76023" y="683967"/>
            <a:ext cx="992524" cy="430047"/>
          </a:xfrm>
          <a:noFill/>
          <a:effectLst>
            <a:softEdge rad="31588"/>
          </a:effectLst>
        </p:spPr>
        <p:txBody>
          <a:bodyPr anchor="ctr">
            <a:normAutofit/>
          </a:bodyPr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ore-KR" err="1"/>
              <a:t>etcc</a:t>
            </a:r>
            <a:endParaRPr lang="en-KR" altLang="ko-Kore-KR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38B5FB-888D-0AAE-99FE-35573856516D}"/>
              </a:ext>
            </a:extLst>
          </p:cNvPr>
          <p:cNvSpPr/>
          <p:nvPr userDrawn="1"/>
        </p:nvSpPr>
        <p:spPr>
          <a:xfrm flipV="1">
            <a:off x="167235" y="1114008"/>
            <a:ext cx="11839028" cy="45719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  <a:solidFill>
                <a:srgbClr val="D7DE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67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3ADEE-3913-506D-8F29-FC603786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66DEC0-FBB0-1EAC-C839-5077A8B9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4C10-4588-5F4B-9E30-E34B7B22FB65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FE6E0C-518F-7C18-4DDA-9733801E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4DEB19-647B-B531-8430-826CC2DA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7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B115E-F76F-921B-F759-6C59E14E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860294-365B-3C18-6BA0-A8852EECA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04C10-4588-5F4B-9E30-E34B7B22FB65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594F12-E6BE-269C-CCE6-70AC7350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BF7375-F5F3-D511-9A3A-512F3B2F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9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511D-27A7-764C-818C-F252E3158EF9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3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2819-C167-2A4B-89F9-295955EBFFC3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6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A39B-588C-134A-89BA-0BA0A5B1BA4B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2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025E-FC74-D84B-AE72-BA519204A8F9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70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C2F7-A1B9-8441-915A-684C86115295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61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1C12-420C-754C-9587-E171AA8BEC2E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2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9D1-85B3-C14A-A14F-A4D4736D3CE8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75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2BB5-C15A-474F-947B-93E09B263701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56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04C10-4588-5F4B-9E30-E34B7B22FB65}" type="datetime2">
              <a:rPr lang="en-US" smtClean="0"/>
              <a:t>Thursday, March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17" r:id="rId2"/>
    <p:sldLayoutId id="2147484018" r:id="rId3"/>
    <p:sldLayoutId id="2147484031" r:id="rId4"/>
    <p:sldLayoutId id="2147484029" r:id="rId5"/>
    <p:sldLayoutId id="2147484030" r:id="rId6"/>
    <p:sldLayoutId id="2147484028" r:id="rId7"/>
    <p:sldLayoutId id="2147484019" r:id="rId8"/>
    <p:sldLayoutId id="2147484020" r:id="rId9"/>
    <p:sldLayoutId id="2147484021" r:id="rId10"/>
    <p:sldLayoutId id="2147484023" r:id="rId11"/>
    <p:sldLayoutId id="2147484024" r:id="rId12"/>
    <p:sldLayoutId id="2147484025" r:id="rId13"/>
    <p:sldLayoutId id="2147484026" r:id="rId14"/>
    <p:sldLayoutId id="2147484027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svg"/><Relationship Id="rId4" Type="http://schemas.openxmlformats.org/officeDocument/2006/relationships/image" Target="../media/image11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18.svg"/><Relationship Id="rId4" Type="http://schemas.openxmlformats.org/officeDocument/2006/relationships/image" Target="../media/image11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9BBDFB-CEC3-A0BE-9F32-38B48FB8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43A04-0204-22D1-4C9A-414AFF78AC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DEEB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pic>
        <p:nvPicPr>
          <p:cNvPr id="4" name="그림 3" descr="그래픽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A85D75-DA53-B2FE-8AA5-9E9C5B9A82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rcRect l="68120" t="25123" r="-844" b="58291"/>
          <a:stretch>
            <a:fillRect/>
          </a:stretch>
        </p:blipFill>
        <p:spPr>
          <a:xfrm>
            <a:off x="0" y="4731328"/>
            <a:ext cx="10482146" cy="212667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D398292-95A8-2DC4-9E40-42041DA11F47}"/>
              </a:ext>
            </a:extLst>
          </p:cNvPr>
          <p:cNvSpPr/>
          <p:nvPr/>
        </p:nvSpPr>
        <p:spPr>
          <a:xfrm flipH="1">
            <a:off x="1523996" y="3324471"/>
            <a:ext cx="323461" cy="3533530"/>
          </a:xfrm>
          <a:prstGeom prst="rect">
            <a:avLst/>
          </a:prstGeom>
          <a:gradFill>
            <a:gsLst>
              <a:gs pos="0">
                <a:srgbClr val="D7DEEB"/>
              </a:gs>
              <a:gs pos="100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 descr="그래픽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E0CF52-2B05-C658-85F3-FEDA29E644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"/>
          </a:blip>
          <a:srcRect l="-11623" t="13636" r="71308" b="16516"/>
          <a:stretch>
            <a:fillRect/>
          </a:stretch>
        </p:blipFill>
        <p:spPr>
          <a:xfrm>
            <a:off x="9016300" y="353943"/>
            <a:ext cx="31757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1DCEFA-434A-2CDB-10B0-E5A6279CB8E5}"/>
              </a:ext>
            </a:extLst>
          </p:cNvPr>
          <p:cNvSpPr txBox="1"/>
          <p:nvPr/>
        </p:nvSpPr>
        <p:spPr>
          <a:xfrm>
            <a:off x="1150651" y="3075057"/>
            <a:ext cx="9890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</a:t>
            </a:r>
            <a:endParaRPr kumimoji="1" lang="en-US" altLang="ko-KR" sz="4000" b="1" i="0" dirty="0">
              <a:solidFill>
                <a:srgbClr val="203C63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46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0AC14-EC37-B7C2-540E-B6223A4D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228037-5BF3-AD55-F9F2-88EADD24AE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Azure to Sumo Logic</a:t>
            </a:r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71EF8A-9582-3AD1-452D-9B7B96E2E7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 dirty="0">
                <a:latin typeface="나눔고딕" pitchFamily="2" charset="-127"/>
                <a:ea typeface="나눔고딕" pitchFamily="2" charset="-127"/>
              </a:rPr>
              <a:t>일반 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Azure </a:t>
            </a:r>
            <a:r>
              <a:rPr kumimoji="1" lang="ko-KR" altLang="en-US" sz="1400" b="0" dirty="0">
                <a:latin typeface="나눔고딕" pitchFamily="2" charset="-127"/>
                <a:ea typeface="나눔고딕" pitchFamily="2" charset="-127"/>
              </a:rPr>
              <a:t>로그 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(Event Hubs Source </a:t>
            </a:r>
            <a:r>
              <a:rPr kumimoji="1" lang="ko-KR" altLang="en-US" sz="1400" b="0" dirty="0">
                <a:latin typeface="나눔고딕" pitchFamily="2" charset="-127"/>
                <a:ea typeface="나눔고딕" pitchFamily="2" charset="-127"/>
              </a:rPr>
              <a:t>기반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kumimoji="1" lang="ko-KR" altLang="en-US" sz="1400" b="0" dirty="0">
                <a:latin typeface="나눔고딕" pitchFamily="2" charset="-127"/>
                <a:ea typeface="나눔고딕" pitchFamily="2" charset="-127"/>
              </a:rPr>
              <a:t>수집 구조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sz="1400" b="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82" name="텍스트 개체 틀 4">
            <a:extLst>
              <a:ext uri="{FF2B5EF4-FFF2-40B4-BE49-F238E27FC236}">
                <a16:creationId xmlns:a16="http://schemas.microsoft.com/office/drawing/2014/main" id="{3FAA6AA3-9D44-7BD3-40BE-7268A666EF45}"/>
              </a:ext>
            </a:extLst>
          </p:cNvPr>
          <p:cNvSpPr txBox="1">
            <a:spLocks/>
          </p:cNvSpPr>
          <p:nvPr/>
        </p:nvSpPr>
        <p:spPr>
          <a:xfrm>
            <a:off x="176762" y="757921"/>
            <a:ext cx="10592845" cy="3502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16" name="그래픽 15">
            <a:extLst>
              <a:ext uri="{FF2B5EF4-FFF2-40B4-BE49-F238E27FC236}">
                <a16:creationId xmlns:a16="http://schemas.microsoft.com/office/drawing/2014/main" id="{2ABBAAF2-795D-79D8-AECF-5CD756E71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2250" y="1426415"/>
            <a:ext cx="1007110" cy="1007110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8B46FACE-2538-C78A-BA32-9A8206983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8143" y="1426415"/>
            <a:ext cx="1007110" cy="1007110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C8B5F7AE-7F71-1EA0-5764-8FB44F061F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4206" y="1404919"/>
            <a:ext cx="1007110" cy="1007110"/>
          </a:xfrm>
          <a:prstGeom prst="rect">
            <a:avLst/>
          </a:prstGeom>
        </p:spPr>
      </p:pic>
      <p:pic>
        <p:nvPicPr>
          <p:cNvPr id="1036" name="Picture 12" descr="Cloud SIEM | Sumo Logic Docs">
            <a:extLst>
              <a:ext uri="{FF2B5EF4-FFF2-40B4-BE49-F238E27FC236}">
                <a16:creationId xmlns:a16="http://schemas.microsoft.com/office/drawing/2014/main" id="{C049337C-8F92-DD3E-97BB-65D92A32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761" y="1404919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CC7CAF-9420-CF77-9B20-089C83E2A8B6}"/>
              </a:ext>
            </a:extLst>
          </p:cNvPr>
          <p:cNvSpPr/>
          <p:nvPr/>
        </p:nvSpPr>
        <p:spPr>
          <a:xfrm>
            <a:off x="1398587" y="2433525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Resources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5E8587-DA51-73F2-2E1B-E8D580518D76}"/>
              </a:ext>
            </a:extLst>
          </p:cNvPr>
          <p:cNvSpPr/>
          <p:nvPr/>
        </p:nvSpPr>
        <p:spPr>
          <a:xfrm>
            <a:off x="4094480" y="2433525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Monitor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0CF4C3-1055-887E-28BE-188241DE5F38}"/>
              </a:ext>
            </a:extLst>
          </p:cNvPr>
          <p:cNvSpPr/>
          <p:nvPr/>
        </p:nvSpPr>
        <p:spPr>
          <a:xfrm>
            <a:off x="6880543" y="2412029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61644E-B20F-AA12-3DA2-DE878C9C7281}"/>
              </a:ext>
            </a:extLst>
          </p:cNvPr>
          <p:cNvSpPr/>
          <p:nvPr/>
        </p:nvSpPr>
        <p:spPr>
          <a:xfrm>
            <a:off x="9565165" y="2433525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Logic</a:t>
            </a:r>
          </a:p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(Event Hubs Source)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C8691C-D679-7ED8-9F80-0DBC715875B2}"/>
              </a:ext>
            </a:extLst>
          </p:cNvPr>
          <p:cNvSpPr/>
          <p:nvPr/>
        </p:nvSpPr>
        <p:spPr>
          <a:xfrm>
            <a:off x="1494471" y="4683968"/>
            <a:ext cx="2266950" cy="1224281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수집 가능한 주요 로그 유형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Activity Log (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 이벤트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Resource Log (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로그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AD Sign-in / Audit Log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Metrics (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성능 데이터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오른쪽 화살표[R] 26">
            <a:extLst>
              <a:ext uri="{FF2B5EF4-FFF2-40B4-BE49-F238E27FC236}">
                <a16:creationId xmlns:a16="http://schemas.microsoft.com/office/drawing/2014/main" id="{F64ABF15-C3B0-33DA-2A3A-2824D9E04234}"/>
              </a:ext>
            </a:extLst>
          </p:cNvPr>
          <p:cNvSpPr/>
          <p:nvPr/>
        </p:nvSpPr>
        <p:spPr>
          <a:xfrm>
            <a:off x="3027680" y="180996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오른쪽 화살표[R] 27">
            <a:extLst>
              <a:ext uri="{FF2B5EF4-FFF2-40B4-BE49-F238E27FC236}">
                <a16:creationId xmlns:a16="http://schemas.microsoft.com/office/drawing/2014/main" id="{B7C75449-565B-0D39-6FA9-D0766842953D}"/>
              </a:ext>
            </a:extLst>
          </p:cNvPr>
          <p:cNvSpPr/>
          <p:nvPr/>
        </p:nvSpPr>
        <p:spPr>
          <a:xfrm>
            <a:off x="5817236" y="1811450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오른쪽 화살표[R] 28">
            <a:extLst>
              <a:ext uri="{FF2B5EF4-FFF2-40B4-BE49-F238E27FC236}">
                <a16:creationId xmlns:a16="http://schemas.microsoft.com/office/drawing/2014/main" id="{EA1471B9-A095-34F4-17D8-BB552CC00A58}"/>
              </a:ext>
            </a:extLst>
          </p:cNvPr>
          <p:cNvSpPr/>
          <p:nvPr/>
        </p:nvSpPr>
        <p:spPr>
          <a:xfrm>
            <a:off x="8599806" y="1808359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A1E4D3-20B0-9B12-3E49-361311E6ED67}"/>
              </a:ext>
            </a:extLst>
          </p:cNvPr>
          <p:cNvSpPr/>
          <p:nvPr/>
        </p:nvSpPr>
        <p:spPr>
          <a:xfrm>
            <a:off x="6974206" y="4683968"/>
            <a:ext cx="3703003" cy="1224281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로그 흐름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리소스에서 로그 생성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Monitor / Diagnostic Settings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에서 수집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스트리밍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Logic Event Hubs Source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 로그 수신</a:t>
            </a:r>
          </a:p>
        </p:txBody>
      </p:sp>
    </p:spTree>
    <p:extLst>
      <p:ext uri="{BB962C8B-B14F-4D97-AF65-F5344CB8AC3E}">
        <p14:creationId xmlns:p14="http://schemas.microsoft.com/office/powerpoint/2010/main" val="332981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CFB07-7B1C-C5E5-59AD-650ABB9C2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8B6196-7C0E-5A11-AEA3-2F79CA3EEF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Azure to Sumo Logic</a:t>
            </a:r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EA9C17-0C0A-6BF3-F76F-AD140CD6D4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ko-KR" sz="1400" b="0" dirty="0" err="1">
                <a:latin typeface="나눔고딕" pitchFamily="2" charset="-127"/>
                <a:ea typeface="나눔고딕" pitchFamily="2" charset="-127"/>
              </a:rPr>
              <a:t>VNet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 Flow Log (HTTP Source</a:t>
            </a:r>
            <a:r>
              <a:rPr kumimoji="1" lang="ko-KR" altLang="en-US" sz="1400" b="0" dirty="0">
                <a:latin typeface="나눔고딕" pitchFamily="2" charset="-127"/>
                <a:ea typeface="나눔고딕" pitchFamily="2" charset="-127"/>
              </a:rPr>
              <a:t> 기반 수집 구조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sz="1400" b="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82" name="텍스트 개체 틀 4">
            <a:extLst>
              <a:ext uri="{FF2B5EF4-FFF2-40B4-BE49-F238E27FC236}">
                <a16:creationId xmlns:a16="http://schemas.microsoft.com/office/drawing/2014/main" id="{C094AE5A-98A8-2D04-6679-BE980950768D}"/>
              </a:ext>
            </a:extLst>
          </p:cNvPr>
          <p:cNvSpPr txBox="1">
            <a:spLocks/>
          </p:cNvSpPr>
          <p:nvPr/>
        </p:nvSpPr>
        <p:spPr>
          <a:xfrm>
            <a:off x="176762" y="757921"/>
            <a:ext cx="10592845" cy="3502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16" name="그래픽 15">
            <a:extLst>
              <a:ext uri="{FF2B5EF4-FFF2-40B4-BE49-F238E27FC236}">
                <a16:creationId xmlns:a16="http://schemas.microsoft.com/office/drawing/2014/main" id="{A0240D13-AF33-BA89-31B1-A5976A35B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92250" y="1426415"/>
            <a:ext cx="1007110" cy="1007110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31AAE1D6-C982-C9C7-F7AE-3BFBB34E76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188143" y="1426415"/>
            <a:ext cx="1007110" cy="1007110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F736C4E3-E3B7-8584-7152-50A402CDDE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74206" y="1404919"/>
            <a:ext cx="1007110" cy="1007110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B604647-79B6-8B78-6283-F08C7493C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9763761" y="1404919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01E6B0-50B8-33F3-B0E2-1AFB5B1CE361}"/>
              </a:ext>
            </a:extLst>
          </p:cNvPr>
          <p:cNvSpPr/>
          <p:nvPr/>
        </p:nvSpPr>
        <p:spPr>
          <a:xfrm>
            <a:off x="1398587" y="2433525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VNet</a:t>
            </a:r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Flow Log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B4B7ED5-6313-8284-C9A0-741C3ECDCB7E}"/>
              </a:ext>
            </a:extLst>
          </p:cNvPr>
          <p:cNvSpPr/>
          <p:nvPr/>
        </p:nvSpPr>
        <p:spPr>
          <a:xfrm>
            <a:off x="4094480" y="2433525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Storage</a:t>
            </a:r>
          </a:p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(Blob)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F64504-B912-8D68-3BB7-4FC5301FC14E}"/>
              </a:ext>
            </a:extLst>
          </p:cNvPr>
          <p:cNvSpPr/>
          <p:nvPr/>
        </p:nvSpPr>
        <p:spPr>
          <a:xfrm>
            <a:off x="6880543" y="2412029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Grid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38B108-E290-EAF6-9B06-513B7A3E1245}"/>
              </a:ext>
            </a:extLst>
          </p:cNvPr>
          <p:cNvSpPr/>
          <p:nvPr/>
        </p:nvSpPr>
        <p:spPr>
          <a:xfrm>
            <a:off x="9565165" y="2433525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612733-29B4-7FE9-84E1-A7340D77AC4D}"/>
              </a:ext>
            </a:extLst>
          </p:cNvPr>
          <p:cNvSpPr/>
          <p:nvPr/>
        </p:nvSpPr>
        <p:spPr>
          <a:xfrm>
            <a:off x="1492249" y="4701651"/>
            <a:ext cx="5388294" cy="1342959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Flow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Log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특징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네트워크 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IP Flow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정보를 기록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Network Watcher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Storage (Blob)</a:t>
            </a:r>
            <a:r>
              <a:rPr kumimoji="1"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저장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VNet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Flow Log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 기본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직접 대상은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Blob Storage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연동 시 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Blob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기반 이벤트 파이프라인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Grid / Event Hub / Function)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 가능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형식 로그로 저장</a:t>
            </a:r>
          </a:p>
        </p:txBody>
      </p:sp>
      <p:sp>
        <p:nvSpPr>
          <p:cNvPr id="27" name="오른쪽 화살표[R] 26">
            <a:extLst>
              <a:ext uri="{FF2B5EF4-FFF2-40B4-BE49-F238E27FC236}">
                <a16:creationId xmlns:a16="http://schemas.microsoft.com/office/drawing/2014/main" id="{82D05714-068E-3A1F-E13E-3E4DDBD4B7E3}"/>
              </a:ext>
            </a:extLst>
          </p:cNvPr>
          <p:cNvSpPr/>
          <p:nvPr/>
        </p:nvSpPr>
        <p:spPr>
          <a:xfrm>
            <a:off x="3027680" y="180996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오른쪽 화살표[R] 27">
            <a:extLst>
              <a:ext uri="{FF2B5EF4-FFF2-40B4-BE49-F238E27FC236}">
                <a16:creationId xmlns:a16="http://schemas.microsoft.com/office/drawing/2014/main" id="{72EC96D6-F10E-F490-A2DF-BE55D7E57C0F}"/>
              </a:ext>
            </a:extLst>
          </p:cNvPr>
          <p:cNvSpPr/>
          <p:nvPr/>
        </p:nvSpPr>
        <p:spPr>
          <a:xfrm>
            <a:off x="5817236" y="1811450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오른쪽 화살표[R] 28">
            <a:extLst>
              <a:ext uri="{FF2B5EF4-FFF2-40B4-BE49-F238E27FC236}">
                <a16:creationId xmlns:a16="http://schemas.microsoft.com/office/drawing/2014/main" id="{BF5AE573-5029-043C-438F-DBDE127F4665}"/>
              </a:ext>
            </a:extLst>
          </p:cNvPr>
          <p:cNvSpPr/>
          <p:nvPr/>
        </p:nvSpPr>
        <p:spPr>
          <a:xfrm>
            <a:off x="8599806" y="1808359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7258A1-12F4-681C-6187-1E7AC8E5156F}"/>
              </a:ext>
            </a:extLst>
          </p:cNvPr>
          <p:cNvSpPr/>
          <p:nvPr/>
        </p:nvSpPr>
        <p:spPr>
          <a:xfrm>
            <a:off x="6974206" y="4701651"/>
            <a:ext cx="3703003" cy="1398428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로그 흐름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VNet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Flow Log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생성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Storage (Blob)</a:t>
            </a:r>
            <a:r>
              <a:rPr kumimoji="1"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로그 저장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Blob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생성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업데이트 이벤트를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Grid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 감지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옵션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이벤트가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r>
              <a:rPr kumimoji="1"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통해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Function</a:t>
            </a:r>
            <a:r>
              <a:rPr kumimoji="1"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으로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전달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Function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Blob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Flow Log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데이터를 읽고 파싱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가공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Logic HTTP Source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전송</a:t>
            </a:r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EFF8AC4D-02A7-34EC-5E27-2BC45C510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2754311" y="3053285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8DF2C84-6984-DFE4-9E3D-45256A7F23D4}"/>
              </a:ext>
            </a:extLst>
          </p:cNvPr>
          <p:cNvSpPr/>
          <p:nvPr/>
        </p:nvSpPr>
        <p:spPr>
          <a:xfrm>
            <a:off x="2555715" y="4081891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Function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8548AF62-34FB-B521-1AD2-291F635A306D}"/>
              </a:ext>
            </a:extLst>
          </p:cNvPr>
          <p:cNvSpPr/>
          <p:nvPr/>
        </p:nvSpPr>
        <p:spPr>
          <a:xfrm>
            <a:off x="1590356" y="345672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Picture 12" descr="Cloud SIEM | Sumo Logic Docs">
            <a:extLst>
              <a:ext uri="{FF2B5EF4-FFF2-40B4-BE49-F238E27FC236}">
                <a16:creationId xmlns:a16="http://schemas.microsoft.com/office/drawing/2014/main" id="{96A4BAE8-555E-F77D-2507-24DB3FFE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058" y="3053285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EF477D2-27F5-FF44-D70D-F006840B73A7}"/>
              </a:ext>
            </a:extLst>
          </p:cNvPr>
          <p:cNvSpPr/>
          <p:nvPr/>
        </p:nvSpPr>
        <p:spPr>
          <a:xfrm>
            <a:off x="5478462" y="4081891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Logic</a:t>
            </a:r>
          </a:p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(HTTP Source)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B9CE013A-4B48-307B-57D2-9DB7F7F4E7D9}"/>
              </a:ext>
            </a:extLst>
          </p:cNvPr>
          <p:cNvSpPr/>
          <p:nvPr/>
        </p:nvSpPr>
        <p:spPr>
          <a:xfrm>
            <a:off x="4513103" y="345672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894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340A-0544-83B6-5276-0E2C5B74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E9C216-3D14-767A-F7D5-31B15B29A7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Azure to Sumo Logic</a:t>
            </a:r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35023D-FAD1-A48B-1977-0E380365B3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ko-KR" sz="1400" b="0" dirty="0" err="1">
                <a:latin typeface="나눔고딕" pitchFamily="2" charset="-127"/>
                <a:ea typeface="나눔고딕" pitchFamily="2" charset="-127"/>
              </a:rPr>
              <a:t>VNet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 Flow Log (Event Hubs </a:t>
            </a:r>
            <a:r>
              <a:rPr kumimoji="1" lang="ko-KR" altLang="en-US" sz="1400" b="0" dirty="0">
                <a:latin typeface="나눔고딕" pitchFamily="2" charset="-127"/>
                <a:ea typeface="나눔고딕" pitchFamily="2" charset="-127"/>
              </a:rPr>
              <a:t>기반 우회 수집 구조</a:t>
            </a:r>
            <a:r>
              <a:rPr kumimoji="1" lang="en-US" altLang="ko-KR" sz="1400" b="0" dirty="0">
                <a:latin typeface="나눔고딕" pitchFamily="2" charset="-127"/>
                <a:ea typeface="나눔고딕" pitchFamily="2" charset="-127"/>
              </a:rPr>
              <a:t>)</a:t>
            </a:r>
            <a:endParaRPr kumimoji="1" lang="ko-KR" altLang="en-US" sz="1400" b="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82" name="텍스트 개체 틀 4">
            <a:extLst>
              <a:ext uri="{FF2B5EF4-FFF2-40B4-BE49-F238E27FC236}">
                <a16:creationId xmlns:a16="http://schemas.microsoft.com/office/drawing/2014/main" id="{79424CCD-8EB0-29D3-BDB3-D5F4E9793DD4}"/>
              </a:ext>
            </a:extLst>
          </p:cNvPr>
          <p:cNvSpPr txBox="1">
            <a:spLocks/>
          </p:cNvSpPr>
          <p:nvPr/>
        </p:nvSpPr>
        <p:spPr>
          <a:xfrm>
            <a:off x="176762" y="757921"/>
            <a:ext cx="10592845" cy="3502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16" name="그래픽 15">
            <a:extLst>
              <a:ext uri="{FF2B5EF4-FFF2-40B4-BE49-F238E27FC236}">
                <a16:creationId xmlns:a16="http://schemas.microsoft.com/office/drawing/2014/main" id="{0555F0F2-3593-15C2-82FD-695532226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92250" y="1426415"/>
            <a:ext cx="1007110" cy="1007110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DB141292-AA33-D80B-D113-9B011C90A9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188143" y="1426415"/>
            <a:ext cx="1007110" cy="1007110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89A13E0B-23F5-8550-E6C7-5079B07D2C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74206" y="1404919"/>
            <a:ext cx="1007110" cy="1007110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2C25F50-B8AB-0652-EB2E-368FD07A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9763761" y="1404919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B3192B-C996-E9B3-C548-11D1594EEA0D}"/>
              </a:ext>
            </a:extLst>
          </p:cNvPr>
          <p:cNvSpPr/>
          <p:nvPr/>
        </p:nvSpPr>
        <p:spPr>
          <a:xfrm>
            <a:off x="1398587" y="2433525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VNet</a:t>
            </a:r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Flow Log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02B245-8C42-B9C2-7AEB-D3D5A1D2BDB3}"/>
              </a:ext>
            </a:extLst>
          </p:cNvPr>
          <p:cNvSpPr/>
          <p:nvPr/>
        </p:nvSpPr>
        <p:spPr>
          <a:xfrm>
            <a:off x="4094480" y="2433525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Storage</a:t>
            </a:r>
          </a:p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(Blob)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18A3C5-8179-1585-F5C0-D8B87C64461B}"/>
              </a:ext>
            </a:extLst>
          </p:cNvPr>
          <p:cNvSpPr/>
          <p:nvPr/>
        </p:nvSpPr>
        <p:spPr>
          <a:xfrm>
            <a:off x="6880543" y="2412029"/>
            <a:ext cx="1194435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Grid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FE0191-5DD0-13A4-C6EC-ADC99C8FDDB4}"/>
              </a:ext>
            </a:extLst>
          </p:cNvPr>
          <p:cNvSpPr/>
          <p:nvPr/>
        </p:nvSpPr>
        <p:spPr>
          <a:xfrm>
            <a:off x="9565165" y="2433525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Function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775C5D6-DB1E-3764-8A24-707E31973718}"/>
              </a:ext>
            </a:extLst>
          </p:cNvPr>
          <p:cNvSpPr/>
          <p:nvPr/>
        </p:nvSpPr>
        <p:spPr>
          <a:xfrm>
            <a:off x="1492250" y="4683968"/>
            <a:ext cx="4515358" cy="1342959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우회 구조 특징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Flow Log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는 기본적으로 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Storage Blob</a:t>
            </a:r>
            <a:r>
              <a:rPr kumimoji="1"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저장됨 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는 직접 수집 대상이 아니라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Function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이후 재전송 경로로 사용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Function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JSON 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파싱 및 레코드 단위 분리</a:t>
            </a: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가공이 필요</a:t>
            </a:r>
            <a:endParaRPr kumimoji="1" lang="en-US" altLang="ko-KR" sz="900" b="1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기존 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기반 수집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분석 파이프라인과 연계 시 활용 가능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표준 </a:t>
            </a:r>
            <a:r>
              <a:rPr kumimoji="1" lang="en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HTTP Source 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방식 대비 구성 복잡도 및 운영 비용 증가 가능</a:t>
            </a:r>
          </a:p>
        </p:txBody>
      </p:sp>
      <p:sp>
        <p:nvSpPr>
          <p:cNvPr id="27" name="오른쪽 화살표[R] 26">
            <a:extLst>
              <a:ext uri="{FF2B5EF4-FFF2-40B4-BE49-F238E27FC236}">
                <a16:creationId xmlns:a16="http://schemas.microsoft.com/office/drawing/2014/main" id="{0D53D311-8706-D136-13DE-5B30A628E850}"/>
              </a:ext>
            </a:extLst>
          </p:cNvPr>
          <p:cNvSpPr/>
          <p:nvPr/>
        </p:nvSpPr>
        <p:spPr>
          <a:xfrm>
            <a:off x="3027680" y="180996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오른쪽 화살표[R] 27">
            <a:extLst>
              <a:ext uri="{FF2B5EF4-FFF2-40B4-BE49-F238E27FC236}">
                <a16:creationId xmlns:a16="http://schemas.microsoft.com/office/drawing/2014/main" id="{02CDD877-DB4C-5E44-EF87-D601664813C7}"/>
              </a:ext>
            </a:extLst>
          </p:cNvPr>
          <p:cNvSpPr/>
          <p:nvPr/>
        </p:nvSpPr>
        <p:spPr>
          <a:xfrm>
            <a:off x="5817236" y="1811450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오른쪽 화살표[R] 28">
            <a:extLst>
              <a:ext uri="{FF2B5EF4-FFF2-40B4-BE49-F238E27FC236}">
                <a16:creationId xmlns:a16="http://schemas.microsoft.com/office/drawing/2014/main" id="{0E85A34B-CAE0-2C65-896F-DCB63D14335A}"/>
              </a:ext>
            </a:extLst>
          </p:cNvPr>
          <p:cNvSpPr/>
          <p:nvPr/>
        </p:nvSpPr>
        <p:spPr>
          <a:xfrm>
            <a:off x="8599806" y="1808359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A7C8C2-84E5-ACDD-3C54-BA05C7C6A6A1}"/>
              </a:ext>
            </a:extLst>
          </p:cNvPr>
          <p:cNvSpPr/>
          <p:nvPr/>
        </p:nvSpPr>
        <p:spPr>
          <a:xfrm>
            <a:off x="6974206" y="4683968"/>
            <a:ext cx="4931282" cy="1398428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로그 흐름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VNet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Flow Log 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생성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Storage (Blob)</a:t>
            </a:r>
            <a:r>
              <a:rPr kumimoji="1"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로그 저장</a:t>
            </a:r>
            <a:endParaRPr kumimoji="1"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Blob 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생성</a:t>
            </a: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업데이트 이벤트를 </a:t>
            </a: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Grid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 감지 </a:t>
            </a: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필수</a:t>
            </a:r>
            <a:r>
              <a:rPr kumimoji="1" lang="en-US" altLang="ko-KR" sz="9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Azure Function</a:t>
            </a:r>
            <a:r>
              <a:rPr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Blob</a:t>
            </a:r>
            <a:r>
              <a:rPr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Flow Log</a:t>
            </a:r>
            <a:r>
              <a:rPr lang="ko-KR" altLang="en-US" sz="9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읽고 파싱</a:t>
            </a:r>
            <a:r>
              <a:rPr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가공 </a:t>
            </a:r>
            <a:endParaRPr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가공된 데이터를 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전달</a:t>
            </a:r>
            <a:endParaRPr lang="en-US" altLang="ko-KR" sz="9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Logic Event Hub</a:t>
            </a:r>
            <a:r>
              <a:rPr kumimoji="1" lang="en-US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</a:t>
            </a:r>
            <a:r>
              <a:rPr kumimoji="1" lang="en" altLang="ko-KR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Source</a:t>
            </a:r>
            <a:r>
              <a:rPr kumimoji="1" lang="ko-KR" altLang="en-US" sz="9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로그 수신</a:t>
            </a:r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327C2892-B6E0-9B11-847A-DB9EE914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2754311" y="3053285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FB8553D-46C6-A477-A1AD-D9200F38BADB}"/>
              </a:ext>
            </a:extLst>
          </p:cNvPr>
          <p:cNvSpPr/>
          <p:nvPr/>
        </p:nvSpPr>
        <p:spPr>
          <a:xfrm>
            <a:off x="2555715" y="4081891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Event Hub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07474DE0-CDF6-B743-4EFE-91C8314FC114}"/>
              </a:ext>
            </a:extLst>
          </p:cNvPr>
          <p:cNvSpPr/>
          <p:nvPr/>
        </p:nvSpPr>
        <p:spPr>
          <a:xfrm>
            <a:off x="1590356" y="345672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Picture 12" descr="Cloud SIEM | Sumo Logic Docs">
            <a:extLst>
              <a:ext uri="{FF2B5EF4-FFF2-40B4-BE49-F238E27FC236}">
                <a16:creationId xmlns:a16="http://schemas.microsoft.com/office/drawing/2014/main" id="{BA7EE507-AA91-F0B6-A3F6-ECBB85991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058" y="3053285"/>
            <a:ext cx="1007110" cy="100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C2A23E5-EA0D-3207-57B5-5C950AD90EA0}"/>
              </a:ext>
            </a:extLst>
          </p:cNvPr>
          <p:cNvSpPr/>
          <p:nvPr/>
        </p:nvSpPr>
        <p:spPr>
          <a:xfrm>
            <a:off x="5478462" y="4081891"/>
            <a:ext cx="1404302" cy="61976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Sumo Logic</a:t>
            </a:r>
          </a:p>
          <a:p>
            <a:pPr algn="ctr"/>
            <a:r>
              <a:rPr kumimoji="1" lang="en-US" altLang="ko-KR" sz="10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(Event Hubs Source)</a:t>
            </a:r>
            <a:endParaRPr kumimoji="1" lang="ko-KR" altLang="en-US" sz="10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E5BD7346-008E-C630-FFA7-84B277B1FB55}"/>
              </a:ext>
            </a:extLst>
          </p:cNvPr>
          <p:cNvSpPr/>
          <p:nvPr/>
        </p:nvSpPr>
        <p:spPr>
          <a:xfrm>
            <a:off x="4513103" y="3456725"/>
            <a:ext cx="538480" cy="314960"/>
          </a:xfrm>
          <a:prstGeom prst="rightArrow">
            <a:avLst/>
          </a:prstGeom>
          <a:solidFill>
            <a:srgbClr val="1F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517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9F295E8-C222-865A-326F-DEBAD2DB9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49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50800"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EBD0DC87CDA5744BF37BE7E39461F87" ma:contentTypeVersion="14" ma:contentTypeDescription="새 문서를 만듭니다." ma:contentTypeScope="" ma:versionID="d96655884df302ded41b8571e404eb93">
  <xsd:schema xmlns:xsd="http://www.w3.org/2001/XMLSchema" xmlns:xs="http://www.w3.org/2001/XMLSchema" xmlns:p="http://schemas.microsoft.com/office/2006/metadata/properties" xmlns:ns2="333a2bc2-325e-4faa-95d4-bc33d38ee054" xmlns:ns3="ce4a27c4-9bdb-4e97-aacb-ccf37a134de8" targetNamespace="http://schemas.microsoft.com/office/2006/metadata/properties" ma:root="true" ma:fieldsID="c0b818b54ef0b13cf0512343ba92190b" ns2:_="" ns3:_="">
    <xsd:import namespace="333a2bc2-325e-4faa-95d4-bc33d38ee054"/>
    <xsd:import namespace="ce4a27c4-9bdb-4e97-aacb-ccf37a13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a2bc2-325e-4faa-95d4-bc33d38ee0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2a635700-f7b5-4fb5-ba59-b4a419349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4a27c4-9bdb-4e97-aacb-ccf37a134de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c6e6331-2fd9-4414-9a87-4e5b54ec45c9}" ma:internalName="TaxCatchAll" ma:showField="CatchAllData" ma:web="ce4a27c4-9bdb-4e97-aacb-ccf37a13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4a27c4-9bdb-4e97-aacb-ccf37a134de8" xsi:nil="true"/>
    <lcf76f155ced4ddcb4097134ff3c332f xmlns="333a2bc2-325e-4faa-95d4-bc33d38ee05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1F3181-E7E1-4438-A1DB-3089A51627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08C843-61EB-49C1-B46F-6533F6DD63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3a2bc2-325e-4faa-95d4-bc33d38ee054"/>
    <ds:schemaRef ds:uri="ce4a27c4-9bdb-4e97-aacb-ccf37a134d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334AB5-DDD9-4147-B4E1-0C73549B2E23}">
  <ds:schemaRefs>
    <ds:schemaRef ds:uri="http://www.w3.org/XML/1998/namespace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ce4a27c4-9bdb-4e97-aacb-ccf37a134de8"/>
    <ds:schemaRef ds:uri="http://schemas.microsoft.com/office/infopath/2007/PartnerControls"/>
    <ds:schemaRef ds:uri="333a2bc2-325e-4faa-95d4-bc33d38ee05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10120</TotalTime>
  <Words>376</Words>
  <Application>Microsoft Macintosh PowerPoint</Application>
  <PresentationFormat>와이드스크린</PresentationFormat>
  <Paragraphs>69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NanumGothic</vt:lpstr>
      <vt:lpstr>NanumGothic</vt:lpstr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주영</dc:creator>
  <cp:lastModifiedBy>이 동현</cp:lastModifiedBy>
  <cp:revision>2</cp:revision>
  <dcterms:created xsi:type="dcterms:W3CDTF">2025-10-15T02:28:24Z</dcterms:created>
  <dcterms:modified xsi:type="dcterms:W3CDTF">2026-03-26T15:57:34Z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0x010100FEBD0DC87CDA5744BF37BE7E39461F87</vt:lpwstr>
  </property>
  <property fmtid="{D5CDD505-2E9C-101B-9397-08002B2CF9AE}" pid="3" name="MediaServiceImageTags">
    <vt:lpwstr/>
  </property>
  <property fmtid="{D5CDD505-2E9C-101B-9397-08002B2CF9AE}" pid="4" name="MSIP_Label_df6b4e2b-0698-462d-ae39-d0f5de1636e9_Enabled">
    <vt:lpwstr>true</vt:lpwstr>
  </property>
  <property fmtid="{D5CDD505-2E9C-101B-9397-08002B2CF9AE}" pid="5" name="MSIP_Label_df6b4e2b-0698-462d-ae39-d0f5de1636e9_SetDate">
    <vt:lpwstr>2025-11-11T12:30:42Z</vt:lpwstr>
  </property>
  <property fmtid="{D5CDD505-2E9C-101B-9397-08002B2CF9AE}" pid="6" name="MSIP_Label_df6b4e2b-0698-462d-ae39-d0f5de1636e9_Method">
    <vt:lpwstr>Standard</vt:lpwstr>
  </property>
  <property fmtid="{D5CDD505-2E9C-101B-9397-08002B2CF9AE}" pid="7" name="MSIP_Label_df6b4e2b-0698-462d-ae39-d0f5de1636e9_Name">
    <vt:lpwstr>External Public</vt:lpwstr>
  </property>
  <property fmtid="{D5CDD505-2E9C-101B-9397-08002B2CF9AE}" pid="8" name="MSIP_Label_df6b4e2b-0698-462d-ae39-d0f5de1636e9_SiteId">
    <vt:lpwstr>a806d71b-719a-4884-823a-261ae6a50553</vt:lpwstr>
  </property>
  <property fmtid="{D5CDD505-2E9C-101B-9397-08002B2CF9AE}" pid="9" name="MSIP_Label_df6b4e2b-0698-462d-ae39-d0f5de1636e9_ActionId">
    <vt:lpwstr>bcd8d5aa-6d6c-4ae4-bc6e-dfd731d0edb0</vt:lpwstr>
  </property>
  <property fmtid="{D5CDD505-2E9C-101B-9397-08002B2CF9AE}" pid="10" name="MSIP_Label_df6b4e2b-0698-462d-ae39-d0f5de1636e9_ContentBits">
    <vt:lpwstr>0</vt:lpwstr>
  </property>
  <property fmtid="{D5CDD505-2E9C-101B-9397-08002B2CF9AE}" pid="11" name="MSIP_Label_df6b4e2b-0698-462d-ae39-d0f5de1636e9_Tag">
    <vt:lpwstr>50, 3, 0, 1</vt:lpwstr>
  </property>
</Properties>
</file>