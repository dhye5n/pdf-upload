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theme/theme2.xml" ContentType="application/vnd.openxmlformats-officedocument.theme+xml"/>
  <Override PartName="/ppt/changesInfos/changesInfo1.xml" ContentType="application/vnd.ms-powerpoint.changesinfo+xml"/>
  <Override PartName="/ppt/revisionInfo.xml" ContentType="application/vnd.ms-powerpoint.revisioninfo+xml"/>
  <Override PartName="/ppt/authors.xml" ContentType="application/vnd.ms-powerpoint.authors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720" r:id="rId4"/>
  </p:sldMasterIdLst>
  <p:notesMasterIdLst>
    <p:notesMasterId r:id="rId44"/>
  </p:notesMasterIdLst>
  <p:sldIdLst>
    <p:sldId id="283" r:id="rId5"/>
    <p:sldId id="664" r:id="rId6"/>
    <p:sldId id="686" r:id="rId7"/>
    <p:sldId id="687" r:id="rId8"/>
    <p:sldId id="688" r:id="rId9"/>
    <p:sldId id="689" r:id="rId10"/>
    <p:sldId id="690" r:id="rId11"/>
    <p:sldId id="691" r:id="rId12"/>
    <p:sldId id="694" r:id="rId13"/>
    <p:sldId id="697" r:id="rId14"/>
    <p:sldId id="698" r:id="rId15"/>
    <p:sldId id="699" r:id="rId16"/>
    <p:sldId id="700" r:id="rId17"/>
    <p:sldId id="701" r:id="rId18"/>
    <p:sldId id="702" r:id="rId19"/>
    <p:sldId id="703" r:id="rId20"/>
    <p:sldId id="704" r:id="rId21"/>
    <p:sldId id="705" r:id="rId22"/>
    <p:sldId id="707" r:id="rId23"/>
    <p:sldId id="706" r:id="rId24"/>
    <p:sldId id="708" r:id="rId25"/>
    <p:sldId id="710" r:id="rId26"/>
    <p:sldId id="711" r:id="rId27"/>
    <p:sldId id="712" r:id="rId28"/>
    <p:sldId id="692" r:id="rId29"/>
    <p:sldId id="714" r:id="rId30"/>
    <p:sldId id="715" r:id="rId31"/>
    <p:sldId id="716" r:id="rId32"/>
    <p:sldId id="717" r:id="rId33"/>
    <p:sldId id="718" r:id="rId34"/>
    <p:sldId id="720" r:id="rId35"/>
    <p:sldId id="722" r:id="rId36"/>
    <p:sldId id="723" r:id="rId37"/>
    <p:sldId id="724" r:id="rId38"/>
    <p:sldId id="725" r:id="rId39"/>
    <p:sldId id="726" r:id="rId40"/>
    <p:sldId id="713" r:id="rId41"/>
    <p:sldId id="721" r:id="rId42"/>
    <p:sldId id="727" r:id="rId43"/>
  </p:sldIdLst>
  <p:sldSz cx="12192000" cy="6858000"/>
  <p:notesSz cx="6858000" cy="9144000"/>
  <p:defaultTextStyle>
    <a:defPPr>
      <a:defRPr lang="en-KR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제목" id="{DCCDF18F-3A27-4E12-BCBD-828C553CD96D}">
          <p14:sldIdLst>
            <p14:sldId id="283"/>
          </p14:sldIdLst>
        </p14:section>
        <p14:section name="1-1 Sumo Logic HTTP Source 생성" id="{ECDADA4A-DA80-4675-ABF4-E1209A414637}">
          <p14:sldIdLst>
            <p14:sldId id="664"/>
            <p14:sldId id="686"/>
            <p14:sldId id="687"/>
            <p14:sldId id="688"/>
            <p14:sldId id="689"/>
            <p14:sldId id="690"/>
            <p14:sldId id="691"/>
          </p14:sldIdLst>
        </p14:section>
        <p14:section name="1-2 ARM 템플릿 배포" id="{91948186-9DCC-4310-A0CF-E3464DA2AA2C}">
          <p14:sldIdLst>
            <p14:sldId id="694"/>
            <p14:sldId id="697"/>
            <p14:sldId id="698"/>
          </p14:sldIdLst>
        </p14:section>
        <p14:section name="1-3 App Service 권한 부여" id="{0F1A0542-B80F-43FD-B6E3-62C3959F447F}">
          <p14:sldIdLst>
            <p14:sldId id="699"/>
            <p14:sldId id="700"/>
            <p14:sldId id="701"/>
          </p14:sldIdLst>
        </p14:section>
        <p14:section name="1-4 Event Grid Subscription" id="{F47699E0-E1D4-42BD-AF39-84472702D714}">
          <p14:sldIdLst>
            <p14:sldId id="702"/>
            <p14:sldId id="703"/>
          </p14:sldIdLst>
        </p14:section>
        <p14:section name="1-5 검증" id="{C5D1C0C1-0A01-4742-8518-AAE18A0F2918}">
          <p14:sldIdLst>
            <p14:sldId id="704"/>
            <p14:sldId id="705"/>
            <p14:sldId id="707"/>
            <p14:sldId id="706"/>
            <p14:sldId id="708"/>
            <p14:sldId id="710"/>
            <p14:sldId id="711"/>
            <p14:sldId id="712"/>
          </p14:sldIdLst>
        </p14:section>
        <p14:section name="2-1 키 자격 증명 모음 생성" id="{0F6AC641-8C15-4AAE-90C8-C282F601FB92}">
          <p14:sldIdLst>
            <p14:sldId id="692"/>
            <p14:sldId id="714"/>
          </p14:sldIdLst>
        </p14:section>
        <p14:section name="2-2 키 생성" id="{230E44C6-DFCD-4343-9C28-CB2ACB5EB736}">
          <p14:sldIdLst>
            <p14:sldId id="715"/>
            <p14:sldId id="716"/>
            <p14:sldId id="717"/>
            <p14:sldId id="718"/>
            <p14:sldId id="720"/>
          </p14:sldIdLst>
        </p14:section>
        <p14:section name="2-3 관리 ID 생성" id="{6EC7540D-D5AF-4B0F-BDC5-70314AF36752}">
          <p14:sldIdLst>
            <p14:sldId id="722"/>
            <p14:sldId id="723"/>
            <p14:sldId id="724"/>
            <p14:sldId id="725"/>
            <p14:sldId id="726"/>
          </p14:sldIdLst>
        </p14:section>
        <p14:section name="2-4 스토리지 계정 암호화" id="{2B01AE2D-0089-44C6-9E1F-8154753FFF87}">
          <p14:sldIdLst>
            <p14:sldId id="713"/>
            <p14:sldId id="721"/>
            <p14:sldId id="727"/>
          </p14:sldIdLst>
        </p14:section>
      </p14:sectionLst>
    </p:ext>
    <p:ext uri="{EFAFB233-063F-42B5-8137-9DF3F51BA10A}">
      <p15:sldGuideLst xmlns:p15="http://schemas.microsoft.com/office/powerpoint/2012/main"/>
    </p:ext>
  </p:extLst>
</p:presentation>
</file>

<file path=ppt/authors.xml><?xml version="1.0" encoding="utf-8"?>
<p188:authorLst xmlns:a="http://schemas.openxmlformats.org/drawingml/2006/main" xmlns:r="http://schemas.openxmlformats.org/officeDocument/2006/relationships" xmlns:p188="http://schemas.microsoft.com/office/powerpoint/2018/8/main">
  <p188:author id="{D2043627-F55C-3F0B-324B-12C560FAA112}" name="김 성민" initials="성김" userId="S::seongmin.kim@elcid.co.kr::7fdd8e68-dbab-4f97-a317-da825b846025" providerId="AD"/>
</p188: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499E4028-303A-494C-BD29-E7732E68FADE}" v="25" dt="2026-03-16T07:21:14.992"/>
    <p1510:client id="{792333C9-B12D-4A1D-9549-66240BE72354}" v="55" dt="2026-03-17T05:23:51.463"/>
    <p1510:client id="{79BC768F-DB63-481A-350B-312F7E096B14}" v="161" dt="2026-03-16T11:45:14.382"/>
    <p1510:client id="{9B7B89EC-A3ED-9178-AF4D-C676BF65DF4D}" v="370" dt="2026-03-16T14:00:38.504"/>
  </p1510:revLst>
</p1510:revInfo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보통 스타일 2 - 강조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23192" autoAdjust="0"/>
    <p:restoredTop sz="94660"/>
  </p:normalViewPr>
  <p:slideViewPr>
    <p:cSldViewPr snapToGrid="0">
      <p:cViewPr varScale="1">
        <p:scale>
          <a:sx n="58" d="100"/>
          <a:sy n="58" d="100"/>
        </p:scale>
        <p:origin x="102" y="104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9.xml"/><Relationship Id="rId18" Type="http://schemas.openxmlformats.org/officeDocument/2006/relationships/slide" Target="slides/slide14.xml"/><Relationship Id="rId26" Type="http://schemas.openxmlformats.org/officeDocument/2006/relationships/slide" Target="slides/slide22.xml"/><Relationship Id="rId39" Type="http://schemas.openxmlformats.org/officeDocument/2006/relationships/slide" Target="slides/slide35.xml"/><Relationship Id="rId21" Type="http://schemas.openxmlformats.org/officeDocument/2006/relationships/slide" Target="slides/slide17.xml"/><Relationship Id="rId34" Type="http://schemas.openxmlformats.org/officeDocument/2006/relationships/slide" Target="slides/slide30.xml"/><Relationship Id="rId42" Type="http://schemas.openxmlformats.org/officeDocument/2006/relationships/slide" Target="slides/slide38.xml"/><Relationship Id="rId47" Type="http://schemas.openxmlformats.org/officeDocument/2006/relationships/theme" Target="theme/theme1.xml"/><Relationship Id="rId50" Type="http://schemas.microsoft.com/office/2015/10/relationships/revisionInfo" Target="revisionInfo.xml"/><Relationship Id="rId7" Type="http://schemas.openxmlformats.org/officeDocument/2006/relationships/slide" Target="slides/slide3.xml"/><Relationship Id="rId2" Type="http://schemas.openxmlformats.org/officeDocument/2006/relationships/customXml" Target="../customXml/item2.xml"/><Relationship Id="rId16" Type="http://schemas.openxmlformats.org/officeDocument/2006/relationships/slide" Target="slides/slide12.xml"/><Relationship Id="rId29" Type="http://schemas.openxmlformats.org/officeDocument/2006/relationships/slide" Target="slides/slide25.xml"/><Relationship Id="rId11" Type="http://schemas.openxmlformats.org/officeDocument/2006/relationships/slide" Target="slides/slide7.xml"/><Relationship Id="rId24" Type="http://schemas.openxmlformats.org/officeDocument/2006/relationships/slide" Target="slides/slide20.xml"/><Relationship Id="rId32" Type="http://schemas.openxmlformats.org/officeDocument/2006/relationships/slide" Target="slides/slide28.xml"/><Relationship Id="rId37" Type="http://schemas.openxmlformats.org/officeDocument/2006/relationships/slide" Target="slides/slide33.xml"/><Relationship Id="rId40" Type="http://schemas.openxmlformats.org/officeDocument/2006/relationships/slide" Target="slides/slide36.xml"/><Relationship Id="rId45" Type="http://schemas.openxmlformats.org/officeDocument/2006/relationships/presProps" Target="presProps.xml"/><Relationship Id="rId5" Type="http://schemas.openxmlformats.org/officeDocument/2006/relationships/slide" Target="slides/slide1.xml"/><Relationship Id="rId15" Type="http://schemas.openxmlformats.org/officeDocument/2006/relationships/slide" Target="slides/slide11.xml"/><Relationship Id="rId23" Type="http://schemas.openxmlformats.org/officeDocument/2006/relationships/slide" Target="slides/slide19.xml"/><Relationship Id="rId28" Type="http://schemas.openxmlformats.org/officeDocument/2006/relationships/slide" Target="slides/slide24.xml"/><Relationship Id="rId36" Type="http://schemas.openxmlformats.org/officeDocument/2006/relationships/slide" Target="slides/slide32.xml"/><Relationship Id="rId49" Type="http://schemas.microsoft.com/office/2016/11/relationships/changesInfo" Target="changesInfos/changesInfo1.xml"/><Relationship Id="rId10" Type="http://schemas.openxmlformats.org/officeDocument/2006/relationships/slide" Target="slides/slide6.xml"/><Relationship Id="rId19" Type="http://schemas.openxmlformats.org/officeDocument/2006/relationships/slide" Target="slides/slide15.xml"/><Relationship Id="rId31" Type="http://schemas.openxmlformats.org/officeDocument/2006/relationships/slide" Target="slides/slide27.xml"/><Relationship Id="rId44" Type="http://schemas.openxmlformats.org/officeDocument/2006/relationships/notesMaster" Target="notesMasters/notesMaster1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5.xml"/><Relationship Id="rId14" Type="http://schemas.openxmlformats.org/officeDocument/2006/relationships/slide" Target="slides/slide10.xml"/><Relationship Id="rId22" Type="http://schemas.openxmlformats.org/officeDocument/2006/relationships/slide" Target="slides/slide18.xml"/><Relationship Id="rId27" Type="http://schemas.openxmlformats.org/officeDocument/2006/relationships/slide" Target="slides/slide23.xml"/><Relationship Id="rId30" Type="http://schemas.openxmlformats.org/officeDocument/2006/relationships/slide" Target="slides/slide26.xml"/><Relationship Id="rId35" Type="http://schemas.openxmlformats.org/officeDocument/2006/relationships/slide" Target="slides/slide31.xml"/><Relationship Id="rId43" Type="http://schemas.openxmlformats.org/officeDocument/2006/relationships/slide" Target="slides/slide39.xml"/><Relationship Id="rId48" Type="http://schemas.openxmlformats.org/officeDocument/2006/relationships/tableStyles" Target="tableStyles.xml"/><Relationship Id="rId8" Type="http://schemas.openxmlformats.org/officeDocument/2006/relationships/slide" Target="slides/slide4.xml"/><Relationship Id="rId51" Type="http://schemas.microsoft.com/office/2018/10/relationships/authors" Target="authors.xml"/><Relationship Id="rId3" Type="http://schemas.openxmlformats.org/officeDocument/2006/relationships/customXml" Target="../customXml/item3.xml"/><Relationship Id="rId12" Type="http://schemas.openxmlformats.org/officeDocument/2006/relationships/slide" Target="slides/slide8.xml"/><Relationship Id="rId17" Type="http://schemas.openxmlformats.org/officeDocument/2006/relationships/slide" Target="slides/slide13.xml"/><Relationship Id="rId25" Type="http://schemas.openxmlformats.org/officeDocument/2006/relationships/slide" Target="slides/slide21.xml"/><Relationship Id="rId33" Type="http://schemas.openxmlformats.org/officeDocument/2006/relationships/slide" Target="slides/slide29.xml"/><Relationship Id="rId38" Type="http://schemas.openxmlformats.org/officeDocument/2006/relationships/slide" Target="slides/slide34.xml"/><Relationship Id="rId46" Type="http://schemas.openxmlformats.org/officeDocument/2006/relationships/viewProps" Target="viewProps.xml"/><Relationship Id="rId20" Type="http://schemas.openxmlformats.org/officeDocument/2006/relationships/slide" Target="slides/slide16.xml"/><Relationship Id="rId41" Type="http://schemas.openxmlformats.org/officeDocument/2006/relationships/slide" Target="slides/slide37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김 성민" userId="S::seongmin.kim@elcid.co.kr::7fdd8e68-dbab-4f97-a317-da825b846025" providerId="AD" clId="Web-{9B7B89EC-A3ED-9178-AF4D-C676BF65DF4D}"/>
    <pc:docChg chg="addSld delSld modSld sldOrd addSection modSection">
      <pc:chgData name="김 성민" userId="S::seongmin.kim@elcid.co.kr::7fdd8e68-dbab-4f97-a317-da825b846025" providerId="AD" clId="Web-{9B7B89EC-A3ED-9178-AF4D-C676BF65DF4D}" dt="2026-03-16T14:00:37.254" v="357" actId="20577"/>
      <pc:docMkLst>
        <pc:docMk/>
      </pc:docMkLst>
      <pc:sldChg chg="addSp modSp">
        <pc:chgData name="김 성민" userId="S::seongmin.kim@elcid.co.kr::7fdd8e68-dbab-4f97-a317-da825b846025" providerId="AD" clId="Web-{9B7B89EC-A3ED-9178-AF4D-C676BF65DF4D}" dt="2026-03-16T13:48:31.333" v="17" actId="20577"/>
        <pc:sldMkLst>
          <pc:docMk/>
          <pc:sldMk cId="2109365749" sldId="669"/>
        </pc:sldMkLst>
        <pc:spChg chg="mod">
          <ac:chgData name="김 성민" userId="S::seongmin.kim@elcid.co.kr::7fdd8e68-dbab-4f97-a317-da825b846025" providerId="AD" clId="Web-{9B7B89EC-A3ED-9178-AF4D-C676BF65DF4D}" dt="2026-03-16T13:48:31.333" v="17" actId="20577"/>
          <ac:spMkLst>
            <pc:docMk/>
            <pc:sldMk cId="2109365749" sldId="669"/>
            <ac:spMk id="9" creationId="{821DCCA8-E5CE-3B31-BBEF-ED37232B9CC2}"/>
          </ac:spMkLst>
        </pc:spChg>
        <pc:picChg chg="add mod">
          <ac:chgData name="김 성민" userId="S::seongmin.kim@elcid.co.kr::7fdd8e68-dbab-4f97-a317-da825b846025" providerId="AD" clId="Web-{9B7B89EC-A3ED-9178-AF4D-C676BF65DF4D}" dt="2026-03-16T13:48:21.411" v="10" actId="1076"/>
          <ac:picMkLst>
            <pc:docMk/>
            <pc:sldMk cId="2109365749" sldId="669"/>
            <ac:picMk id="2" creationId="{4A4F15E4-565C-4223-2588-F41D2AD932C6}"/>
          </ac:picMkLst>
        </pc:picChg>
      </pc:sldChg>
      <pc:sldChg chg="addSp delSp modSp add ord replId">
        <pc:chgData name="김 성민" userId="S::seongmin.kim@elcid.co.kr::7fdd8e68-dbab-4f97-a317-da825b846025" providerId="AD" clId="Web-{9B7B89EC-A3ED-9178-AF4D-C676BF65DF4D}" dt="2026-03-16T13:52:00.105" v="92" actId="1076"/>
        <pc:sldMkLst>
          <pc:docMk/>
          <pc:sldMk cId="536774605" sldId="702"/>
        </pc:sldMkLst>
        <pc:spChg chg="mod">
          <ac:chgData name="김 성민" userId="S::seongmin.kim@elcid.co.kr::7fdd8e68-dbab-4f97-a317-da825b846025" providerId="AD" clId="Web-{9B7B89EC-A3ED-9178-AF4D-C676BF65DF4D}" dt="2026-03-16T13:48:58.349" v="27" actId="20577"/>
          <ac:spMkLst>
            <pc:docMk/>
            <pc:sldMk cId="536774605" sldId="702"/>
            <ac:spMk id="3" creationId="{C7E0F132-A5B7-5677-962D-6A086D19FBB8}"/>
          </ac:spMkLst>
        </pc:spChg>
        <pc:spChg chg="mod">
          <ac:chgData name="김 성민" userId="S::seongmin.kim@elcid.co.kr::7fdd8e68-dbab-4f97-a317-da825b846025" providerId="AD" clId="Web-{9B7B89EC-A3ED-9178-AF4D-C676BF65DF4D}" dt="2026-03-16T13:49:04.755" v="32" actId="20577"/>
          <ac:spMkLst>
            <pc:docMk/>
            <pc:sldMk cId="536774605" sldId="702"/>
            <ac:spMk id="5" creationId="{897935E6-8718-F08A-327A-935B0DEA6705}"/>
          </ac:spMkLst>
        </pc:spChg>
        <pc:spChg chg="add del">
          <ac:chgData name="김 성민" userId="S::seongmin.kim@elcid.co.kr::7fdd8e68-dbab-4f97-a317-da825b846025" providerId="AD" clId="Web-{9B7B89EC-A3ED-9178-AF4D-C676BF65DF4D}" dt="2026-03-16T13:50:51.975" v="88"/>
          <ac:spMkLst>
            <pc:docMk/>
            <pc:sldMk cId="536774605" sldId="702"/>
            <ac:spMk id="7" creationId="{06D05C66-BCAD-F515-FC2E-D7B126B1970F}"/>
          </ac:spMkLst>
        </pc:spChg>
        <pc:spChg chg="mod">
          <ac:chgData name="김 성민" userId="S::seongmin.kim@elcid.co.kr::7fdd8e68-dbab-4f97-a317-da825b846025" providerId="AD" clId="Web-{9B7B89EC-A3ED-9178-AF4D-C676BF65DF4D}" dt="2026-03-16T13:50:39.162" v="86" actId="20577"/>
          <ac:spMkLst>
            <pc:docMk/>
            <pc:sldMk cId="536774605" sldId="702"/>
            <ac:spMk id="9" creationId="{B68540DF-4CBC-E2E1-F496-DA715392D387}"/>
          </ac:spMkLst>
        </pc:spChg>
        <pc:spChg chg="add del mod">
          <ac:chgData name="김 성민" userId="S::seongmin.kim@elcid.co.kr::7fdd8e68-dbab-4f97-a317-da825b846025" providerId="AD" clId="Web-{9B7B89EC-A3ED-9178-AF4D-C676BF65DF4D}" dt="2026-03-16T13:50:51.975" v="88"/>
          <ac:spMkLst>
            <pc:docMk/>
            <pc:sldMk cId="536774605" sldId="702"/>
            <ac:spMk id="10" creationId="{2F972754-A655-D6FF-9C00-63E8AB95613B}"/>
          </ac:spMkLst>
        </pc:spChg>
        <pc:picChg chg="del">
          <ac:chgData name="김 성민" userId="S::seongmin.kim@elcid.co.kr::7fdd8e68-dbab-4f97-a317-da825b846025" providerId="AD" clId="Web-{9B7B89EC-A3ED-9178-AF4D-C676BF65DF4D}" dt="2026-03-16T13:49:05.208" v="33"/>
          <ac:picMkLst>
            <pc:docMk/>
            <pc:sldMk cId="536774605" sldId="702"/>
            <ac:picMk id="2" creationId="{A20C4CF4-F773-1BBA-D23E-F39CC6D2FA27}"/>
          </ac:picMkLst>
        </pc:picChg>
        <pc:picChg chg="add mod">
          <ac:chgData name="김 성민" userId="S::seongmin.kim@elcid.co.kr::7fdd8e68-dbab-4f97-a317-da825b846025" providerId="AD" clId="Web-{9B7B89EC-A3ED-9178-AF4D-C676BF65DF4D}" dt="2026-03-16T13:52:00.105" v="92" actId="1076"/>
          <ac:picMkLst>
            <pc:docMk/>
            <pc:sldMk cId="536774605" sldId="702"/>
            <ac:picMk id="11" creationId="{F4418276-7455-BD96-7335-D706CFDF9C8D}"/>
          </ac:picMkLst>
        </pc:picChg>
      </pc:sldChg>
      <pc:sldChg chg="del">
        <pc:chgData name="김 성민" userId="S::seongmin.kim@elcid.co.kr::7fdd8e68-dbab-4f97-a317-da825b846025" providerId="AD" clId="Web-{9B7B89EC-A3ED-9178-AF4D-C676BF65DF4D}" dt="2026-03-16T13:33:24.627" v="0"/>
        <pc:sldMkLst>
          <pc:docMk/>
          <pc:sldMk cId="2460442166" sldId="702"/>
        </pc:sldMkLst>
      </pc:sldChg>
      <pc:sldChg chg="addSp delSp modSp add replId">
        <pc:chgData name="김 성민" userId="S::seongmin.kim@elcid.co.kr::7fdd8e68-dbab-4f97-a317-da825b846025" providerId="AD" clId="Web-{9B7B89EC-A3ED-9178-AF4D-C676BF65DF4D}" dt="2026-03-16T13:55:26.385" v="207" actId="20577"/>
        <pc:sldMkLst>
          <pc:docMk/>
          <pc:sldMk cId="2140135583" sldId="703"/>
        </pc:sldMkLst>
        <pc:spChg chg="mod">
          <ac:chgData name="김 성민" userId="S::seongmin.kim@elcid.co.kr::7fdd8e68-dbab-4f97-a317-da825b846025" providerId="AD" clId="Web-{9B7B89EC-A3ED-9178-AF4D-C676BF65DF4D}" dt="2026-03-16T13:52:31.342" v="101" actId="20577"/>
          <ac:spMkLst>
            <pc:docMk/>
            <pc:sldMk cId="2140135583" sldId="703"/>
            <ac:spMk id="5" creationId="{7EE11BF9-B678-74B0-AF38-35B4FFA42E88}"/>
          </ac:spMkLst>
        </pc:spChg>
        <pc:spChg chg="mod">
          <ac:chgData name="김 성민" userId="S::seongmin.kim@elcid.co.kr::7fdd8e68-dbab-4f97-a317-da825b846025" providerId="AD" clId="Web-{9B7B89EC-A3ED-9178-AF4D-C676BF65DF4D}" dt="2026-03-16T13:55:26.385" v="207" actId="20577"/>
          <ac:spMkLst>
            <pc:docMk/>
            <pc:sldMk cId="2140135583" sldId="703"/>
            <ac:spMk id="9" creationId="{43E5A49A-1EB1-AFCB-A776-5F88DD2ED1C7}"/>
          </ac:spMkLst>
        </pc:spChg>
        <pc:picChg chg="add mod">
          <ac:chgData name="김 성민" userId="S::seongmin.kim@elcid.co.kr::7fdd8e68-dbab-4f97-a317-da825b846025" providerId="AD" clId="Web-{9B7B89EC-A3ED-9178-AF4D-C676BF65DF4D}" dt="2026-03-16T13:53:03.579" v="104" actId="1076"/>
          <ac:picMkLst>
            <pc:docMk/>
            <pc:sldMk cId="2140135583" sldId="703"/>
            <ac:picMk id="2" creationId="{1C18C8D4-F480-EFCA-5475-0B3125C7528F}"/>
          </ac:picMkLst>
        </pc:picChg>
        <pc:picChg chg="del">
          <ac:chgData name="김 성민" userId="S::seongmin.kim@elcid.co.kr::7fdd8e68-dbab-4f97-a317-da825b846025" providerId="AD" clId="Web-{9B7B89EC-A3ED-9178-AF4D-C676BF65DF4D}" dt="2026-03-16T13:53:02.329" v="103"/>
          <ac:picMkLst>
            <pc:docMk/>
            <pc:sldMk cId="2140135583" sldId="703"/>
            <ac:picMk id="11" creationId="{6105D812-17DE-7A09-5FBE-B43578DE1792}"/>
          </ac:picMkLst>
        </pc:picChg>
      </pc:sldChg>
      <pc:sldChg chg="modSp add replId">
        <pc:chgData name="김 성민" userId="S::seongmin.kim@elcid.co.kr::7fdd8e68-dbab-4f97-a317-da825b846025" providerId="AD" clId="Web-{9B7B89EC-A3ED-9178-AF4D-C676BF65DF4D}" dt="2026-03-16T13:59:33.627" v="323" actId="20577"/>
        <pc:sldMkLst>
          <pc:docMk/>
          <pc:sldMk cId="1618594362" sldId="704"/>
        </pc:sldMkLst>
        <pc:spChg chg="mod">
          <ac:chgData name="김 성민" userId="S::seongmin.kim@elcid.co.kr::7fdd8e68-dbab-4f97-a317-da825b846025" providerId="AD" clId="Web-{9B7B89EC-A3ED-9178-AF4D-C676BF65DF4D}" dt="2026-03-16T13:59:33.627" v="323" actId="20577"/>
          <ac:spMkLst>
            <pc:docMk/>
            <pc:sldMk cId="1618594362" sldId="704"/>
            <ac:spMk id="5" creationId="{34357E04-9BC4-2CB6-3323-660A221CA6E8}"/>
          </ac:spMkLst>
        </pc:spChg>
        <pc:spChg chg="mod">
          <ac:chgData name="김 성민" userId="S::seongmin.kim@elcid.co.kr::7fdd8e68-dbab-4f97-a317-da825b846025" providerId="AD" clId="Web-{9B7B89EC-A3ED-9178-AF4D-C676BF65DF4D}" dt="2026-03-16T13:56:42.435" v="261" actId="20577"/>
          <ac:spMkLst>
            <pc:docMk/>
            <pc:sldMk cId="1618594362" sldId="704"/>
            <ac:spMk id="9" creationId="{807039AC-6878-6955-6B31-217D5E0F452A}"/>
          </ac:spMkLst>
        </pc:spChg>
      </pc:sldChg>
      <pc:sldChg chg="addSp delSp modSp add replId">
        <pc:chgData name="김 성민" userId="S::seongmin.kim@elcid.co.kr::7fdd8e68-dbab-4f97-a317-da825b846025" providerId="AD" clId="Web-{9B7B89EC-A3ED-9178-AF4D-C676BF65DF4D}" dt="2026-03-16T13:59:44.831" v="331" actId="20577"/>
        <pc:sldMkLst>
          <pc:docMk/>
          <pc:sldMk cId="4290764344" sldId="705"/>
        </pc:sldMkLst>
        <pc:spChg chg="mod">
          <ac:chgData name="김 성민" userId="S::seongmin.kim@elcid.co.kr::7fdd8e68-dbab-4f97-a317-da825b846025" providerId="AD" clId="Web-{9B7B89EC-A3ED-9178-AF4D-C676BF65DF4D}" dt="2026-03-16T13:59:44.831" v="331" actId="20577"/>
          <ac:spMkLst>
            <pc:docMk/>
            <pc:sldMk cId="4290764344" sldId="705"/>
            <ac:spMk id="5" creationId="{2034B4AB-BECE-A4BD-7B1C-DA811961BAA4}"/>
          </ac:spMkLst>
        </pc:spChg>
        <pc:spChg chg="mod">
          <ac:chgData name="김 성민" userId="S::seongmin.kim@elcid.co.kr::7fdd8e68-dbab-4f97-a317-da825b846025" providerId="AD" clId="Web-{9B7B89EC-A3ED-9178-AF4D-C676BF65DF4D}" dt="2026-03-16T13:59:24.893" v="321" actId="20577"/>
          <ac:spMkLst>
            <pc:docMk/>
            <pc:sldMk cId="4290764344" sldId="705"/>
            <ac:spMk id="9" creationId="{5904716C-BB49-D73B-7440-5A8FEA62A134}"/>
          </ac:spMkLst>
        </pc:spChg>
        <pc:picChg chg="del">
          <ac:chgData name="김 성민" userId="S::seongmin.kim@elcid.co.kr::7fdd8e68-dbab-4f97-a317-da825b846025" providerId="AD" clId="Web-{9B7B89EC-A3ED-9178-AF4D-C676BF65DF4D}" dt="2026-03-16T13:56:54.763" v="263"/>
          <ac:picMkLst>
            <pc:docMk/>
            <pc:sldMk cId="4290764344" sldId="705"/>
            <ac:picMk id="2" creationId="{BE9853DE-A25A-C7C2-580D-77B5C324C893}"/>
          </ac:picMkLst>
        </pc:picChg>
        <pc:picChg chg="add mod">
          <ac:chgData name="김 성민" userId="S::seongmin.kim@elcid.co.kr::7fdd8e68-dbab-4f97-a317-da825b846025" providerId="AD" clId="Web-{9B7B89EC-A3ED-9178-AF4D-C676BF65DF4D}" dt="2026-03-16T13:59:08.595" v="315" actId="1076"/>
          <ac:picMkLst>
            <pc:docMk/>
            <pc:sldMk cId="4290764344" sldId="705"/>
            <ac:picMk id="4" creationId="{46EB8BAA-5E7F-0915-43E3-EA62CAFB47CB}"/>
          </ac:picMkLst>
        </pc:picChg>
      </pc:sldChg>
      <pc:sldChg chg="addSp delSp modSp add replId">
        <pc:chgData name="김 성민" userId="S::seongmin.kim@elcid.co.kr::7fdd8e68-dbab-4f97-a317-da825b846025" providerId="AD" clId="Web-{9B7B89EC-A3ED-9178-AF4D-C676BF65DF4D}" dt="2026-03-16T14:00:37.254" v="357" actId="20577"/>
        <pc:sldMkLst>
          <pc:docMk/>
          <pc:sldMk cId="1587260564" sldId="706"/>
        </pc:sldMkLst>
        <pc:spChg chg="mod">
          <ac:chgData name="김 성민" userId="S::seongmin.kim@elcid.co.kr::7fdd8e68-dbab-4f97-a317-da825b846025" providerId="AD" clId="Web-{9B7B89EC-A3ED-9178-AF4D-C676BF65DF4D}" dt="2026-03-16T13:59:59.034" v="335" actId="20577"/>
          <ac:spMkLst>
            <pc:docMk/>
            <pc:sldMk cId="1587260564" sldId="706"/>
            <ac:spMk id="5" creationId="{AD976A4A-5C8E-8A54-6692-66ADFCA035E7}"/>
          </ac:spMkLst>
        </pc:spChg>
        <pc:spChg chg="mod">
          <ac:chgData name="김 성민" userId="S::seongmin.kim@elcid.co.kr::7fdd8e68-dbab-4f97-a317-da825b846025" providerId="AD" clId="Web-{9B7B89EC-A3ED-9178-AF4D-C676BF65DF4D}" dt="2026-03-16T14:00:37.254" v="357" actId="20577"/>
          <ac:spMkLst>
            <pc:docMk/>
            <pc:sldMk cId="1587260564" sldId="706"/>
            <ac:spMk id="9" creationId="{AA960C10-5577-656C-DCEC-263E8FD39D55}"/>
          </ac:spMkLst>
        </pc:spChg>
        <pc:picChg chg="add mod">
          <ac:chgData name="김 성민" userId="S::seongmin.kim@elcid.co.kr::7fdd8e68-dbab-4f97-a317-da825b846025" providerId="AD" clId="Web-{9B7B89EC-A3ED-9178-AF4D-C676BF65DF4D}" dt="2026-03-16T14:00:09.394" v="341" actId="1076"/>
          <ac:picMkLst>
            <pc:docMk/>
            <pc:sldMk cId="1587260564" sldId="706"/>
            <ac:picMk id="2" creationId="{37417D30-C84F-91DA-8066-07D476CDEA00}"/>
          </ac:picMkLst>
        </pc:picChg>
        <pc:picChg chg="del">
          <ac:chgData name="김 성민" userId="S::seongmin.kim@elcid.co.kr::7fdd8e68-dbab-4f97-a317-da825b846025" providerId="AD" clId="Web-{9B7B89EC-A3ED-9178-AF4D-C676BF65DF4D}" dt="2026-03-16T14:00:03.847" v="338"/>
          <ac:picMkLst>
            <pc:docMk/>
            <pc:sldMk cId="1587260564" sldId="706"/>
            <ac:picMk id="4" creationId="{59B82765-DD34-1A1F-1FA3-340C381B7434}"/>
          </ac:picMkLst>
        </pc:picChg>
      </pc:sldChg>
      <pc:sldChg chg="add del replId">
        <pc:chgData name="김 성민" userId="S::seongmin.kim@elcid.co.kr::7fdd8e68-dbab-4f97-a317-da825b846025" providerId="AD" clId="Web-{9B7B89EC-A3ED-9178-AF4D-C676BF65DF4D}" dt="2026-03-16T13:58:35.641" v="308"/>
        <pc:sldMkLst>
          <pc:docMk/>
          <pc:sldMk cId="2583778186" sldId="706"/>
        </pc:sldMkLst>
      </pc:sldChg>
    </pc:docChg>
  </pc:docChgLst>
  <pc:docChgLst>
    <pc:chgData name="김 성민" userId="S::seongmin.kim@elcid.co.kr::7fdd8e68-dbab-4f97-a317-da825b846025" providerId="AD" clId="Web-{79BC768F-DB63-481A-350B-312F7E096B14}"/>
    <pc:docChg chg="addSld modSld addSection modSection">
      <pc:chgData name="김 성민" userId="S::seongmin.kim@elcid.co.kr::7fdd8e68-dbab-4f97-a317-da825b846025" providerId="AD" clId="Web-{79BC768F-DB63-481A-350B-312F7E096B14}" dt="2026-03-16T11:45:14.382" v="150" actId="20577"/>
      <pc:docMkLst>
        <pc:docMk/>
      </pc:docMkLst>
      <pc:sldChg chg="modSp">
        <pc:chgData name="김 성민" userId="S::seongmin.kim@elcid.co.kr::7fdd8e68-dbab-4f97-a317-da825b846025" providerId="AD" clId="Web-{79BC768F-DB63-481A-350B-312F7E096B14}" dt="2026-03-16T11:45:14.382" v="150" actId="20577"/>
        <pc:sldMkLst>
          <pc:docMk/>
          <pc:sldMk cId="2109365749" sldId="669"/>
        </pc:sldMkLst>
        <pc:spChg chg="mod">
          <ac:chgData name="김 성민" userId="S::seongmin.kim@elcid.co.kr::7fdd8e68-dbab-4f97-a317-da825b846025" providerId="AD" clId="Web-{79BC768F-DB63-481A-350B-312F7E096B14}" dt="2026-03-16T11:43:43.131" v="140" actId="20577"/>
          <ac:spMkLst>
            <pc:docMk/>
            <pc:sldMk cId="2109365749" sldId="669"/>
            <ac:spMk id="3" creationId="{0D606C32-69D2-B87D-4B81-40DA4D7E3071}"/>
          </ac:spMkLst>
        </pc:spChg>
        <pc:spChg chg="mod">
          <ac:chgData name="김 성민" userId="S::seongmin.kim@elcid.co.kr::7fdd8e68-dbab-4f97-a317-da825b846025" providerId="AD" clId="Web-{79BC768F-DB63-481A-350B-312F7E096B14}" dt="2026-03-16T11:45:14.382" v="150" actId="20577"/>
          <ac:spMkLst>
            <pc:docMk/>
            <pc:sldMk cId="2109365749" sldId="669"/>
            <ac:spMk id="5" creationId="{F02C6281-A3B0-6951-D0FD-781F43845AAE}"/>
          </ac:spMkLst>
        </pc:spChg>
      </pc:sldChg>
      <pc:sldChg chg="addSp delSp modSp add replId">
        <pc:chgData name="김 성민" userId="S::seongmin.kim@elcid.co.kr::7fdd8e68-dbab-4f97-a317-da825b846025" providerId="AD" clId="Web-{79BC768F-DB63-481A-350B-312F7E096B14}" dt="2026-03-16T11:43:30.334" v="136" actId="20577"/>
        <pc:sldMkLst>
          <pc:docMk/>
          <pc:sldMk cId="1835524070" sldId="699"/>
        </pc:sldMkLst>
        <pc:spChg chg="mod">
          <ac:chgData name="김 성민" userId="S::seongmin.kim@elcid.co.kr::7fdd8e68-dbab-4f97-a317-da825b846025" providerId="AD" clId="Web-{79BC768F-DB63-481A-350B-312F7E096B14}" dt="2026-03-16T11:36:06.548" v="19" actId="20577"/>
          <ac:spMkLst>
            <pc:docMk/>
            <pc:sldMk cId="1835524070" sldId="699"/>
            <ac:spMk id="3" creationId="{77E52C1A-7EBB-CFA0-76F2-DF089D996B88}"/>
          </ac:spMkLst>
        </pc:spChg>
        <pc:spChg chg="mod">
          <ac:chgData name="김 성민" userId="S::seongmin.kim@elcid.co.kr::7fdd8e68-dbab-4f97-a317-da825b846025" providerId="AD" clId="Web-{79BC768F-DB63-481A-350B-312F7E096B14}" dt="2026-03-16T11:43:30.334" v="136" actId="20577"/>
          <ac:spMkLst>
            <pc:docMk/>
            <pc:sldMk cId="1835524070" sldId="699"/>
            <ac:spMk id="5" creationId="{1696F216-409A-46B2-1C82-79875421523A}"/>
          </ac:spMkLst>
        </pc:spChg>
        <pc:spChg chg="mod">
          <ac:chgData name="김 성민" userId="S::seongmin.kim@elcid.co.kr::7fdd8e68-dbab-4f97-a317-da825b846025" providerId="AD" clId="Web-{79BC768F-DB63-481A-350B-312F7E096B14}" dt="2026-03-16T11:38:09.284" v="44" actId="20577"/>
          <ac:spMkLst>
            <pc:docMk/>
            <pc:sldMk cId="1835524070" sldId="699"/>
            <ac:spMk id="9" creationId="{43A3BE67-E669-8097-454D-7FD5550453D6}"/>
          </ac:spMkLst>
        </pc:spChg>
        <pc:picChg chg="add mod">
          <ac:chgData name="김 성민" userId="S::seongmin.kim@elcid.co.kr::7fdd8e68-dbab-4f97-a317-da825b846025" providerId="AD" clId="Web-{79BC768F-DB63-481A-350B-312F7E096B14}" dt="2026-03-16T11:37:51.472" v="31" actId="1076"/>
          <ac:picMkLst>
            <pc:docMk/>
            <pc:sldMk cId="1835524070" sldId="699"/>
            <ac:picMk id="2" creationId="{D14AB28B-F89B-C6E5-57F1-2ECF27259277}"/>
          </ac:picMkLst>
        </pc:picChg>
        <pc:picChg chg="del">
          <ac:chgData name="김 성민" userId="S::seongmin.kim@elcid.co.kr::7fdd8e68-dbab-4f97-a317-da825b846025" providerId="AD" clId="Web-{79BC768F-DB63-481A-350B-312F7E096B14}" dt="2026-03-16T11:37:36.722" v="27"/>
          <ac:picMkLst>
            <pc:docMk/>
            <pc:sldMk cId="1835524070" sldId="699"/>
            <ac:picMk id="10" creationId="{7B2209EB-BA46-8F1C-2E6F-C47790B80AB4}"/>
          </ac:picMkLst>
        </pc:picChg>
      </pc:sldChg>
      <pc:sldChg chg="addSp delSp modSp add replId">
        <pc:chgData name="김 성민" userId="S::seongmin.kim@elcid.co.kr::7fdd8e68-dbab-4f97-a317-da825b846025" providerId="AD" clId="Web-{79BC768F-DB63-481A-350B-312F7E096B14}" dt="2026-03-16T11:43:33.537" v="137" actId="20577"/>
        <pc:sldMkLst>
          <pc:docMk/>
          <pc:sldMk cId="3876217713" sldId="700"/>
        </pc:sldMkLst>
        <pc:spChg chg="mod">
          <ac:chgData name="김 성민" userId="S::seongmin.kim@elcid.co.kr::7fdd8e68-dbab-4f97-a317-da825b846025" providerId="AD" clId="Web-{79BC768F-DB63-481A-350B-312F7E096B14}" dt="2026-03-16T11:43:33.537" v="137" actId="20577"/>
          <ac:spMkLst>
            <pc:docMk/>
            <pc:sldMk cId="3876217713" sldId="700"/>
            <ac:spMk id="5" creationId="{B88D54B0-DBD9-D068-3C9D-033AE275EE72}"/>
          </ac:spMkLst>
        </pc:spChg>
        <pc:spChg chg="mod">
          <ac:chgData name="김 성민" userId="S::seongmin.kim@elcid.co.kr::7fdd8e68-dbab-4f97-a317-da825b846025" providerId="AD" clId="Web-{79BC768F-DB63-481A-350B-312F7E096B14}" dt="2026-03-16T11:39:36.191" v="66" actId="20577"/>
          <ac:spMkLst>
            <pc:docMk/>
            <pc:sldMk cId="3876217713" sldId="700"/>
            <ac:spMk id="9" creationId="{3DAC7BD2-39F1-70B7-ADB4-13E609D1F617}"/>
          </ac:spMkLst>
        </pc:spChg>
        <pc:picChg chg="del">
          <ac:chgData name="김 성민" userId="S::seongmin.kim@elcid.co.kr::7fdd8e68-dbab-4f97-a317-da825b846025" providerId="AD" clId="Web-{79BC768F-DB63-481A-350B-312F7E096B14}" dt="2026-03-16T11:39:11.784" v="52"/>
          <ac:picMkLst>
            <pc:docMk/>
            <pc:sldMk cId="3876217713" sldId="700"/>
            <ac:picMk id="2" creationId="{503676B0-4E51-2C41-37DD-AE3F845DBE23}"/>
          </ac:picMkLst>
        </pc:picChg>
        <pc:picChg chg="add mod">
          <ac:chgData name="김 성민" userId="S::seongmin.kim@elcid.co.kr::7fdd8e68-dbab-4f97-a317-da825b846025" providerId="AD" clId="Web-{79BC768F-DB63-481A-350B-312F7E096B14}" dt="2026-03-16T11:39:20.816" v="56" actId="1076"/>
          <ac:picMkLst>
            <pc:docMk/>
            <pc:sldMk cId="3876217713" sldId="700"/>
            <ac:picMk id="4" creationId="{3EA1FA96-113E-FDFF-A43E-E4B8985945D4}"/>
          </ac:picMkLst>
        </pc:picChg>
      </pc:sldChg>
      <pc:sldChg chg="addSp delSp modSp add replId">
        <pc:chgData name="김 성민" userId="S::seongmin.kim@elcid.co.kr::7fdd8e68-dbab-4f97-a317-da825b846025" providerId="AD" clId="Web-{79BC768F-DB63-481A-350B-312F7E096B14}" dt="2026-03-16T11:43:36.646" v="138" actId="20577"/>
        <pc:sldMkLst>
          <pc:docMk/>
          <pc:sldMk cId="3915462739" sldId="701"/>
        </pc:sldMkLst>
        <pc:spChg chg="mod">
          <ac:chgData name="김 성민" userId="S::seongmin.kim@elcid.co.kr::7fdd8e68-dbab-4f97-a317-da825b846025" providerId="AD" clId="Web-{79BC768F-DB63-481A-350B-312F7E096B14}" dt="2026-03-16T11:43:36.646" v="138" actId="20577"/>
          <ac:spMkLst>
            <pc:docMk/>
            <pc:sldMk cId="3915462739" sldId="701"/>
            <ac:spMk id="5" creationId="{41CEE840-6EDE-4694-2973-CCD290CD1104}"/>
          </ac:spMkLst>
        </pc:spChg>
        <pc:spChg chg="mod">
          <ac:chgData name="김 성민" userId="S::seongmin.kim@elcid.co.kr::7fdd8e68-dbab-4f97-a317-da825b846025" providerId="AD" clId="Web-{79BC768F-DB63-481A-350B-312F7E096B14}" dt="2026-03-16T11:42:48.537" v="135" actId="20577"/>
          <ac:spMkLst>
            <pc:docMk/>
            <pc:sldMk cId="3915462739" sldId="701"/>
            <ac:spMk id="9" creationId="{E133A4A1-13A0-D461-DA92-FDD9B01A028E}"/>
          </ac:spMkLst>
        </pc:spChg>
        <pc:picChg chg="add del mod">
          <ac:chgData name="김 성민" userId="S::seongmin.kim@elcid.co.kr::7fdd8e68-dbab-4f97-a317-da825b846025" providerId="AD" clId="Web-{79BC768F-DB63-481A-350B-312F7E096B14}" dt="2026-03-16T11:41:48.833" v="100"/>
          <ac:picMkLst>
            <pc:docMk/>
            <pc:sldMk cId="3915462739" sldId="701"/>
            <ac:picMk id="2" creationId="{BA5F728E-939E-26D5-F500-315413B8D3C9}"/>
          </ac:picMkLst>
        </pc:picChg>
        <pc:picChg chg="del">
          <ac:chgData name="김 성민" userId="S::seongmin.kim@elcid.co.kr::7fdd8e68-dbab-4f97-a317-da825b846025" providerId="AD" clId="Web-{79BC768F-DB63-481A-350B-312F7E096B14}" dt="2026-03-16T11:40:29.691" v="72"/>
          <ac:picMkLst>
            <pc:docMk/>
            <pc:sldMk cId="3915462739" sldId="701"/>
            <ac:picMk id="4" creationId="{7A01371A-2355-C989-3769-87F3F665A78E}"/>
          </ac:picMkLst>
        </pc:picChg>
        <pc:picChg chg="add mod">
          <ac:chgData name="김 성민" userId="S::seongmin.kim@elcid.co.kr::7fdd8e68-dbab-4f97-a317-da825b846025" providerId="AD" clId="Web-{79BC768F-DB63-481A-350B-312F7E096B14}" dt="2026-03-16T11:41:52.911" v="102" actId="1076"/>
          <ac:picMkLst>
            <pc:docMk/>
            <pc:sldMk cId="3915462739" sldId="701"/>
            <ac:picMk id="10" creationId="{20C37670-7963-6BEB-AFD5-76830943721F}"/>
          </ac:picMkLst>
        </pc:picChg>
      </pc:sldChg>
      <pc:sldChg chg="modSp add replId">
        <pc:chgData name="김 성민" userId="S::seongmin.kim@elcid.co.kr::7fdd8e68-dbab-4f97-a317-da825b846025" providerId="AD" clId="Web-{79BC768F-DB63-481A-350B-312F7E096B14}" dt="2026-03-16T11:43:50.115" v="142" actId="20577"/>
        <pc:sldMkLst>
          <pc:docMk/>
          <pc:sldMk cId="2460442166" sldId="702"/>
        </pc:sldMkLst>
        <pc:spChg chg="mod">
          <ac:chgData name="김 성민" userId="S::seongmin.kim@elcid.co.kr::7fdd8e68-dbab-4f97-a317-da825b846025" providerId="AD" clId="Web-{79BC768F-DB63-481A-350B-312F7E096B14}" dt="2026-03-16T11:43:50.115" v="142" actId="20577"/>
          <ac:spMkLst>
            <pc:docMk/>
            <pc:sldMk cId="2460442166" sldId="702"/>
            <ac:spMk id="5" creationId="{53C98680-0407-E013-356B-4C84AD20FBC2}"/>
          </ac:spMkLst>
        </pc:spChg>
      </pc:sldChg>
    </pc:docChg>
  </pc:docChgLst>
  <pc:docChgLst>
    <pc:chgData name="김 성민" userId="7fdd8e68-dbab-4f97-a317-da825b846025" providerId="ADAL" clId="{0536D503-EB41-4543-9C5E-3C4C2BF90393}"/>
    <pc:docChg chg="undo custSel addSld delSld modSld sldOrd addSection delSection modSection">
      <pc:chgData name="김 성민" userId="7fdd8e68-dbab-4f97-a317-da825b846025" providerId="ADAL" clId="{0536D503-EB41-4543-9C5E-3C4C2BF90393}" dt="2026-03-17T05:33:51.444" v="15861" actId="20577"/>
      <pc:docMkLst>
        <pc:docMk/>
      </pc:docMkLst>
      <pc:sldChg chg="modSp mod">
        <pc:chgData name="김 성민" userId="7fdd8e68-dbab-4f97-a317-da825b846025" providerId="ADAL" clId="{0536D503-EB41-4543-9C5E-3C4C2BF90393}" dt="2026-03-17T01:47:48.079" v="9535" actId="20577"/>
        <pc:sldMkLst>
          <pc:docMk/>
          <pc:sldMk cId="3630257987" sldId="283"/>
        </pc:sldMkLst>
        <pc:spChg chg="mod">
          <ac:chgData name="김 성민" userId="7fdd8e68-dbab-4f97-a317-da825b846025" providerId="ADAL" clId="{0536D503-EB41-4543-9C5E-3C4C2BF90393}" dt="2026-03-17T01:47:48.079" v="9535" actId="20577"/>
          <ac:spMkLst>
            <pc:docMk/>
            <pc:sldMk cId="3630257987" sldId="283"/>
            <ac:spMk id="7" creationId="{4F0D9CBE-0667-6FC8-41EA-A02739C58730}"/>
          </ac:spMkLst>
        </pc:spChg>
      </pc:sldChg>
      <pc:sldChg chg="addSp delSp modSp add mod">
        <pc:chgData name="김 성민" userId="7fdd8e68-dbab-4f97-a317-da825b846025" providerId="ADAL" clId="{0536D503-EB41-4543-9C5E-3C4C2BF90393}" dt="2026-03-17T02:00:10.696" v="9558" actId="20577"/>
        <pc:sldMkLst>
          <pc:docMk/>
          <pc:sldMk cId="2126864517" sldId="664"/>
        </pc:sldMkLst>
        <pc:spChg chg="mod">
          <ac:chgData name="김 성민" userId="7fdd8e68-dbab-4f97-a317-da825b846025" providerId="ADAL" clId="{0536D503-EB41-4543-9C5E-3C4C2BF90393}" dt="2026-03-17T01:51:23.095" v="9536"/>
          <ac:spMkLst>
            <pc:docMk/>
            <pc:sldMk cId="2126864517" sldId="664"/>
            <ac:spMk id="3" creationId="{767448E8-DD85-E9D5-95AF-650E33262104}"/>
          </ac:spMkLst>
        </pc:spChg>
        <pc:spChg chg="mod">
          <ac:chgData name="김 성민" userId="7fdd8e68-dbab-4f97-a317-da825b846025" providerId="ADAL" clId="{0536D503-EB41-4543-9C5E-3C4C2BF90393}" dt="2026-03-17T02:00:10.696" v="9558" actId="20577"/>
          <ac:spMkLst>
            <pc:docMk/>
            <pc:sldMk cId="2126864517" sldId="664"/>
            <ac:spMk id="5" creationId="{4AB752A8-C5BA-EE38-3D2A-2BD323299778}"/>
          </ac:spMkLst>
        </pc:spChg>
        <pc:spChg chg="mod">
          <ac:chgData name="김 성민" userId="7fdd8e68-dbab-4f97-a317-da825b846025" providerId="ADAL" clId="{0536D503-EB41-4543-9C5E-3C4C2BF90393}" dt="2026-03-16T01:17:40.237" v="4095" actId="20577"/>
          <ac:spMkLst>
            <pc:docMk/>
            <pc:sldMk cId="2126864517" sldId="664"/>
            <ac:spMk id="9" creationId="{C8C03A59-2D39-2022-DC45-744CF7425175}"/>
          </ac:spMkLst>
        </pc:spChg>
        <pc:picChg chg="add mod">
          <ac:chgData name="김 성민" userId="7fdd8e68-dbab-4f97-a317-da825b846025" providerId="ADAL" clId="{0536D503-EB41-4543-9C5E-3C4C2BF90393}" dt="2026-03-13T05:10:28.066" v="157" actId="1076"/>
          <ac:picMkLst>
            <pc:docMk/>
            <pc:sldMk cId="2126864517" sldId="664"/>
            <ac:picMk id="4" creationId="{03DD8B6F-E160-A54C-4DCA-1360925C171F}"/>
          </ac:picMkLst>
        </pc:picChg>
      </pc:sldChg>
      <pc:sldChg chg="addSp delSp modSp add del mod">
        <pc:chgData name="김 성민" userId="7fdd8e68-dbab-4f97-a317-da825b846025" providerId="ADAL" clId="{0536D503-EB41-4543-9C5E-3C4C2BF90393}" dt="2026-03-16T05:35:42.243" v="7579" actId="47"/>
        <pc:sldMkLst>
          <pc:docMk/>
          <pc:sldMk cId="482278413" sldId="665"/>
        </pc:sldMkLst>
        <pc:spChg chg="mod">
          <ac:chgData name="김 성민" userId="7fdd8e68-dbab-4f97-a317-da825b846025" providerId="ADAL" clId="{0536D503-EB41-4543-9C5E-3C4C2BF90393}" dt="2026-03-16T00:48:36.989" v="3781" actId="20577"/>
          <ac:spMkLst>
            <pc:docMk/>
            <pc:sldMk cId="482278413" sldId="665"/>
            <ac:spMk id="3" creationId="{3B1674E0-0A2E-3B66-CF2F-DE89F7402AB9}"/>
          </ac:spMkLst>
        </pc:spChg>
        <pc:spChg chg="mod">
          <ac:chgData name="김 성민" userId="7fdd8e68-dbab-4f97-a317-da825b846025" providerId="ADAL" clId="{0536D503-EB41-4543-9C5E-3C4C2BF90393}" dt="2026-03-16T01:41:20.966" v="5002" actId="20577"/>
          <ac:spMkLst>
            <pc:docMk/>
            <pc:sldMk cId="482278413" sldId="665"/>
            <ac:spMk id="5" creationId="{6B17EB75-4AFD-16F2-CC30-287B1F8CF9B6}"/>
          </ac:spMkLst>
        </pc:spChg>
        <pc:spChg chg="mod">
          <ac:chgData name="김 성민" userId="7fdd8e68-dbab-4f97-a317-da825b846025" providerId="ADAL" clId="{0536D503-EB41-4543-9C5E-3C4C2BF90393}" dt="2026-03-16T01:40:11.640" v="4965" actId="20577"/>
          <ac:spMkLst>
            <pc:docMk/>
            <pc:sldMk cId="482278413" sldId="665"/>
            <ac:spMk id="9" creationId="{1863D9F3-AFA5-633B-27DF-F6B614CD6042}"/>
          </ac:spMkLst>
        </pc:spChg>
        <pc:picChg chg="del">
          <ac:chgData name="김 성민" userId="7fdd8e68-dbab-4f97-a317-da825b846025" providerId="ADAL" clId="{0536D503-EB41-4543-9C5E-3C4C2BF90393}" dt="2026-03-16T01:39:50.161" v="4937" actId="478"/>
          <ac:picMkLst>
            <pc:docMk/>
            <pc:sldMk cId="482278413" sldId="665"/>
            <ac:picMk id="4" creationId="{382491BD-90EF-38A7-6FBE-A3D5636E3DC5}"/>
          </ac:picMkLst>
        </pc:picChg>
        <pc:picChg chg="add mod">
          <ac:chgData name="김 성민" userId="7fdd8e68-dbab-4f97-a317-da825b846025" providerId="ADAL" clId="{0536D503-EB41-4543-9C5E-3C4C2BF90393}" dt="2026-03-16T01:39:58.172" v="4942" actId="1076"/>
          <ac:picMkLst>
            <pc:docMk/>
            <pc:sldMk cId="482278413" sldId="665"/>
            <ac:picMk id="10" creationId="{423C1516-1E58-B158-A1E4-3DA3C44F4012}"/>
          </ac:picMkLst>
        </pc:picChg>
      </pc:sldChg>
      <pc:sldChg chg="addSp delSp modSp add del mod">
        <pc:chgData name="김 성민" userId="7fdd8e68-dbab-4f97-a317-da825b846025" providerId="ADAL" clId="{0536D503-EB41-4543-9C5E-3C4C2BF90393}" dt="2026-03-16T05:35:42.243" v="7579" actId="47"/>
        <pc:sldMkLst>
          <pc:docMk/>
          <pc:sldMk cId="3923789713" sldId="666"/>
        </pc:sldMkLst>
        <pc:spChg chg="mod">
          <ac:chgData name="김 성민" userId="7fdd8e68-dbab-4f97-a317-da825b846025" providerId="ADAL" clId="{0536D503-EB41-4543-9C5E-3C4C2BF90393}" dt="2026-03-16T00:48:38.790" v="3782" actId="20577"/>
          <ac:spMkLst>
            <pc:docMk/>
            <pc:sldMk cId="3923789713" sldId="666"/>
            <ac:spMk id="3" creationId="{564D3E73-1950-C904-E8C3-C71DB34FBE9B}"/>
          </ac:spMkLst>
        </pc:spChg>
        <pc:spChg chg="mod">
          <ac:chgData name="김 성민" userId="7fdd8e68-dbab-4f97-a317-da825b846025" providerId="ADAL" clId="{0536D503-EB41-4543-9C5E-3C4C2BF90393}" dt="2026-03-16T00:56:45.820" v="3843"/>
          <ac:spMkLst>
            <pc:docMk/>
            <pc:sldMk cId="3923789713" sldId="666"/>
            <ac:spMk id="5" creationId="{80626469-643B-903D-F809-5EB0556B5F89}"/>
          </ac:spMkLst>
        </pc:spChg>
        <pc:spChg chg="mod">
          <ac:chgData name="김 성민" userId="7fdd8e68-dbab-4f97-a317-da825b846025" providerId="ADAL" clId="{0536D503-EB41-4543-9C5E-3C4C2BF90393}" dt="2026-03-16T01:45:07.829" v="5229" actId="20577"/>
          <ac:spMkLst>
            <pc:docMk/>
            <pc:sldMk cId="3923789713" sldId="666"/>
            <ac:spMk id="9" creationId="{15887ADA-6D08-50F5-2DAE-488AD833C1B3}"/>
          </ac:spMkLst>
        </pc:spChg>
        <pc:picChg chg="del">
          <ac:chgData name="김 성민" userId="7fdd8e68-dbab-4f97-a317-da825b846025" providerId="ADAL" clId="{0536D503-EB41-4543-9C5E-3C4C2BF90393}" dt="2026-03-16T01:44:34.001" v="5123" actId="478"/>
          <ac:picMkLst>
            <pc:docMk/>
            <pc:sldMk cId="3923789713" sldId="666"/>
            <ac:picMk id="4" creationId="{DB40629A-9C1E-5266-0248-9554BA5CC05F}"/>
          </ac:picMkLst>
        </pc:picChg>
        <pc:picChg chg="add del mod">
          <ac:chgData name="김 성민" userId="7fdd8e68-dbab-4f97-a317-da825b846025" providerId="ADAL" clId="{0536D503-EB41-4543-9C5E-3C4C2BF90393}" dt="2026-03-16T01:54:26.723" v="6086" actId="478"/>
          <ac:picMkLst>
            <pc:docMk/>
            <pc:sldMk cId="3923789713" sldId="666"/>
            <ac:picMk id="10" creationId="{69177C65-9094-11AA-4120-1ECF1403B74F}"/>
          </ac:picMkLst>
        </pc:picChg>
        <pc:picChg chg="add mod">
          <ac:chgData name="김 성민" userId="7fdd8e68-dbab-4f97-a317-da825b846025" providerId="ADAL" clId="{0536D503-EB41-4543-9C5E-3C4C2BF90393}" dt="2026-03-16T01:54:35.568" v="6093" actId="1076"/>
          <ac:picMkLst>
            <pc:docMk/>
            <pc:sldMk cId="3923789713" sldId="666"/>
            <ac:picMk id="12" creationId="{5030BB78-A8AC-8DAA-526B-261C11E51AE5}"/>
          </ac:picMkLst>
        </pc:picChg>
      </pc:sldChg>
      <pc:sldChg chg="addSp delSp modSp add del mod">
        <pc:chgData name="김 성민" userId="7fdd8e68-dbab-4f97-a317-da825b846025" providerId="ADAL" clId="{0536D503-EB41-4543-9C5E-3C4C2BF90393}" dt="2026-03-16T05:35:42.243" v="7579" actId="47"/>
        <pc:sldMkLst>
          <pc:docMk/>
          <pc:sldMk cId="3971245248" sldId="667"/>
        </pc:sldMkLst>
        <pc:spChg chg="mod">
          <ac:chgData name="김 성민" userId="7fdd8e68-dbab-4f97-a317-da825b846025" providerId="ADAL" clId="{0536D503-EB41-4543-9C5E-3C4C2BF90393}" dt="2026-03-16T00:46:00.560" v="3776"/>
          <ac:spMkLst>
            <pc:docMk/>
            <pc:sldMk cId="3971245248" sldId="667"/>
            <ac:spMk id="3" creationId="{02624BA2-A45E-BF23-9A27-B007783BACC3}"/>
          </ac:spMkLst>
        </pc:spChg>
        <pc:spChg chg="mod">
          <ac:chgData name="김 성민" userId="7fdd8e68-dbab-4f97-a317-da825b846025" providerId="ADAL" clId="{0536D503-EB41-4543-9C5E-3C4C2BF90393}" dt="2026-03-16T02:08:23.989" v="6254" actId="20577"/>
          <ac:spMkLst>
            <pc:docMk/>
            <pc:sldMk cId="3971245248" sldId="667"/>
            <ac:spMk id="5" creationId="{48C53408-0BAD-9A54-3CBA-9B6B8A883A2D}"/>
          </ac:spMkLst>
        </pc:spChg>
        <pc:spChg chg="mod">
          <ac:chgData name="김 성민" userId="7fdd8e68-dbab-4f97-a317-da825b846025" providerId="ADAL" clId="{0536D503-EB41-4543-9C5E-3C4C2BF90393}" dt="2026-03-16T02:08:55.897" v="6391" actId="20577"/>
          <ac:spMkLst>
            <pc:docMk/>
            <pc:sldMk cId="3971245248" sldId="667"/>
            <ac:spMk id="9" creationId="{3472DDF2-0417-0D1D-431D-A088E681438C}"/>
          </ac:spMkLst>
        </pc:spChg>
        <pc:picChg chg="del">
          <ac:chgData name="김 성민" userId="7fdd8e68-dbab-4f97-a317-da825b846025" providerId="ADAL" clId="{0536D503-EB41-4543-9C5E-3C4C2BF90393}" dt="2026-03-16T02:07:26.611" v="6212" actId="478"/>
          <ac:picMkLst>
            <pc:docMk/>
            <pc:sldMk cId="3971245248" sldId="667"/>
            <ac:picMk id="4" creationId="{F8F767D8-E625-469D-8B49-5C5D8D198E08}"/>
          </ac:picMkLst>
        </pc:picChg>
        <pc:picChg chg="add mod">
          <ac:chgData name="김 성민" userId="7fdd8e68-dbab-4f97-a317-da825b846025" providerId="ADAL" clId="{0536D503-EB41-4543-9C5E-3C4C2BF90393}" dt="2026-03-16T02:08:08.916" v="6218" actId="1076"/>
          <ac:picMkLst>
            <pc:docMk/>
            <pc:sldMk cId="3971245248" sldId="667"/>
            <ac:picMk id="10" creationId="{6095DC24-6D56-8C3B-8C36-3153C67D5A2D}"/>
          </ac:picMkLst>
        </pc:picChg>
      </pc:sldChg>
      <pc:sldChg chg="addSp delSp modSp add del mod">
        <pc:chgData name="김 성민" userId="7fdd8e68-dbab-4f97-a317-da825b846025" providerId="ADAL" clId="{0536D503-EB41-4543-9C5E-3C4C2BF90393}" dt="2026-03-16T05:35:42.243" v="7579" actId="47"/>
        <pc:sldMkLst>
          <pc:docMk/>
          <pc:sldMk cId="2772212405" sldId="668"/>
        </pc:sldMkLst>
        <pc:spChg chg="mod">
          <ac:chgData name="김 성민" userId="7fdd8e68-dbab-4f97-a317-da825b846025" providerId="ADAL" clId="{0536D503-EB41-4543-9C5E-3C4C2BF90393}" dt="2026-03-16T00:46:11.045" v="3778"/>
          <ac:spMkLst>
            <pc:docMk/>
            <pc:sldMk cId="2772212405" sldId="668"/>
            <ac:spMk id="3" creationId="{B7FA5DFD-CA91-FE09-6633-E779427037B1}"/>
          </ac:spMkLst>
        </pc:spChg>
        <pc:spChg chg="mod">
          <ac:chgData name="김 성민" userId="7fdd8e68-dbab-4f97-a317-da825b846025" providerId="ADAL" clId="{0536D503-EB41-4543-9C5E-3C4C2BF90393}" dt="2026-03-16T00:58:18.920" v="3913"/>
          <ac:spMkLst>
            <pc:docMk/>
            <pc:sldMk cId="2772212405" sldId="668"/>
            <ac:spMk id="5" creationId="{E495358D-AA8B-9A25-C601-CC2965F637E1}"/>
          </ac:spMkLst>
        </pc:spChg>
        <pc:spChg chg="mod">
          <ac:chgData name="김 성민" userId="7fdd8e68-dbab-4f97-a317-da825b846025" providerId="ADAL" clId="{0536D503-EB41-4543-9C5E-3C4C2BF90393}" dt="2026-03-16T02:29:00.788" v="6986" actId="20577"/>
          <ac:spMkLst>
            <pc:docMk/>
            <pc:sldMk cId="2772212405" sldId="668"/>
            <ac:spMk id="9" creationId="{113E9727-5EED-FD69-3B5A-5D3ED2B27539}"/>
          </ac:spMkLst>
        </pc:spChg>
        <pc:picChg chg="del">
          <ac:chgData name="김 성민" userId="7fdd8e68-dbab-4f97-a317-da825b846025" providerId="ADAL" clId="{0536D503-EB41-4543-9C5E-3C4C2BF90393}" dt="2026-03-16T02:28:09.637" v="6891" actId="478"/>
          <ac:picMkLst>
            <pc:docMk/>
            <pc:sldMk cId="2772212405" sldId="668"/>
            <ac:picMk id="4" creationId="{C1A30C87-94B1-A030-D0C6-7125B17EAAC6}"/>
          </ac:picMkLst>
        </pc:picChg>
        <pc:picChg chg="add mod">
          <ac:chgData name="김 성민" userId="7fdd8e68-dbab-4f97-a317-da825b846025" providerId="ADAL" clId="{0536D503-EB41-4543-9C5E-3C4C2BF90393}" dt="2026-03-16T02:28:17.051" v="6896" actId="1076"/>
          <ac:picMkLst>
            <pc:docMk/>
            <pc:sldMk cId="2772212405" sldId="668"/>
            <ac:picMk id="10" creationId="{309DEBFD-0459-5F37-83FA-E55122EE3F0A}"/>
          </ac:picMkLst>
        </pc:picChg>
      </pc:sldChg>
      <pc:sldChg chg="addSp delSp modSp add del mod">
        <pc:chgData name="김 성민" userId="7fdd8e68-dbab-4f97-a317-da825b846025" providerId="ADAL" clId="{0536D503-EB41-4543-9C5E-3C4C2BF90393}" dt="2026-03-17T01:55:03.712" v="9537" actId="47"/>
        <pc:sldMkLst>
          <pc:docMk/>
          <pc:sldMk cId="2109365749" sldId="669"/>
        </pc:sldMkLst>
        <pc:spChg chg="mod">
          <ac:chgData name="김 성민" userId="7fdd8e68-dbab-4f97-a317-da825b846025" providerId="ADAL" clId="{0536D503-EB41-4543-9C5E-3C4C2BF90393}" dt="2026-03-16T06:07:40.389" v="7820" actId="20577"/>
          <ac:spMkLst>
            <pc:docMk/>
            <pc:sldMk cId="2109365749" sldId="669"/>
            <ac:spMk id="3" creationId="{0D606C32-69D2-B87D-4B81-40DA4D7E3071}"/>
          </ac:spMkLst>
        </pc:spChg>
        <pc:spChg chg="mod">
          <ac:chgData name="김 성민" userId="7fdd8e68-dbab-4f97-a317-da825b846025" providerId="ADAL" clId="{0536D503-EB41-4543-9C5E-3C4C2BF90393}" dt="2026-03-16T00:59:30.283" v="3987" actId="20577"/>
          <ac:spMkLst>
            <pc:docMk/>
            <pc:sldMk cId="2109365749" sldId="669"/>
            <ac:spMk id="5" creationId="{F02C6281-A3B0-6951-D0FD-781F43845AAE}"/>
          </ac:spMkLst>
        </pc:spChg>
        <pc:spChg chg="mod">
          <ac:chgData name="김 성민" userId="7fdd8e68-dbab-4f97-a317-da825b846025" providerId="ADAL" clId="{0536D503-EB41-4543-9C5E-3C4C2BF90393}" dt="2026-03-16T05:36:46.085" v="7599"/>
          <ac:spMkLst>
            <pc:docMk/>
            <pc:sldMk cId="2109365749" sldId="669"/>
            <ac:spMk id="9" creationId="{821DCCA8-E5CE-3B31-BBEF-ED37232B9CC2}"/>
          </ac:spMkLst>
        </pc:spChg>
        <pc:picChg chg="del">
          <ac:chgData name="김 성민" userId="7fdd8e68-dbab-4f97-a317-da825b846025" providerId="ADAL" clId="{0536D503-EB41-4543-9C5E-3C4C2BF90393}" dt="2026-03-16T04:54:54.519" v="7536" actId="478"/>
          <ac:picMkLst>
            <pc:docMk/>
            <pc:sldMk cId="2109365749" sldId="669"/>
            <ac:picMk id="4" creationId="{D82D4BBB-994E-6B93-B4B6-A491165A7272}"/>
          </ac:picMkLst>
        </pc:picChg>
        <pc:picChg chg="add del mod">
          <ac:chgData name="김 성민" userId="7fdd8e68-dbab-4f97-a317-da825b846025" providerId="ADAL" clId="{0536D503-EB41-4543-9C5E-3C4C2BF90393}" dt="2026-03-16T05:36:10.321" v="7592" actId="478"/>
          <ac:picMkLst>
            <pc:docMk/>
            <pc:sldMk cId="2109365749" sldId="669"/>
            <ac:picMk id="10" creationId="{927BE114-03EB-7B3C-195F-419C9E2E3B44}"/>
          </ac:picMkLst>
        </pc:picChg>
      </pc:sldChg>
      <pc:sldChg chg="modSp add del mod">
        <pc:chgData name="김 성민" userId="7fdd8e68-dbab-4f97-a317-da825b846025" providerId="ADAL" clId="{0536D503-EB41-4543-9C5E-3C4C2BF90393}" dt="2026-03-16T01:24:51.470" v="4586" actId="47"/>
        <pc:sldMkLst>
          <pc:docMk/>
          <pc:sldMk cId="2427254536" sldId="670"/>
        </pc:sldMkLst>
        <pc:spChg chg="mod">
          <ac:chgData name="김 성민" userId="7fdd8e68-dbab-4f97-a317-da825b846025" providerId="ADAL" clId="{0536D503-EB41-4543-9C5E-3C4C2BF90393}" dt="2026-03-16T00:49:26.137" v="3790"/>
          <ac:spMkLst>
            <pc:docMk/>
            <pc:sldMk cId="2427254536" sldId="670"/>
            <ac:spMk id="5" creationId="{535E4FB0-FA1A-614F-D1F6-95F3F0E8E2F0}"/>
          </ac:spMkLst>
        </pc:spChg>
      </pc:sldChg>
      <pc:sldChg chg="modSp add del mod">
        <pc:chgData name="김 성민" userId="7fdd8e68-dbab-4f97-a317-da825b846025" providerId="ADAL" clId="{0536D503-EB41-4543-9C5E-3C4C2BF90393}" dt="2026-03-16T01:24:51.470" v="4586" actId="47"/>
        <pc:sldMkLst>
          <pc:docMk/>
          <pc:sldMk cId="2110888872" sldId="671"/>
        </pc:sldMkLst>
        <pc:spChg chg="mod">
          <ac:chgData name="김 성민" userId="7fdd8e68-dbab-4f97-a317-da825b846025" providerId="ADAL" clId="{0536D503-EB41-4543-9C5E-3C4C2BF90393}" dt="2026-03-16T00:49:33.962" v="3794"/>
          <ac:spMkLst>
            <pc:docMk/>
            <pc:sldMk cId="2110888872" sldId="671"/>
            <ac:spMk id="5" creationId="{19B5ED95-3F36-30F2-05ED-28B9FFFE7975}"/>
          </ac:spMkLst>
        </pc:spChg>
      </pc:sldChg>
      <pc:sldChg chg="modSp add del mod">
        <pc:chgData name="김 성민" userId="7fdd8e68-dbab-4f97-a317-da825b846025" providerId="ADAL" clId="{0536D503-EB41-4543-9C5E-3C4C2BF90393}" dt="2026-03-16T01:24:51.470" v="4586" actId="47"/>
        <pc:sldMkLst>
          <pc:docMk/>
          <pc:sldMk cId="207440183" sldId="672"/>
        </pc:sldMkLst>
        <pc:spChg chg="mod">
          <ac:chgData name="김 성민" userId="7fdd8e68-dbab-4f97-a317-da825b846025" providerId="ADAL" clId="{0536D503-EB41-4543-9C5E-3C4C2BF90393}" dt="2026-03-16T00:49:41.621" v="3797"/>
          <ac:spMkLst>
            <pc:docMk/>
            <pc:sldMk cId="207440183" sldId="672"/>
            <ac:spMk id="5" creationId="{5D1BACC9-9E24-0371-32F0-DE56C4BFA5E1}"/>
          </ac:spMkLst>
        </pc:spChg>
      </pc:sldChg>
      <pc:sldChg chg="addSp delSp modSp add del mod">
        <pc:chgData name="김 성민" userId="7fdd8e68-dbab-4f97-a317-da825b846025" providerId="ADAL" clId="{0536D503-EB41-4543-9C5E-3C4C2BF90393}" dt="2026-03-16T05:35:42.243" v="7579" actId="47"/>
        <pc:sldMkLst>
          <pc:docMk/>
          <pc:sldMk cId="105172326" sldId="673"/>
        </pc:sldMkLst>
        <pc:spChg chg="mod">
          <ac:chgData name="김 성민" userId="7fdd8e68-dbab-4f97-a317-da825b846025" providerId="ADAL" clId="{0536D503-EB41-4543-9C5E-3C4C2BF90393}" dt="2026-03-16T01:24:56.888" v="4588" actId="20577"/>
          <ac:spMkLst>
            <pc:docMk/>
            <pc:sldMk cId="105172326" sldId="673"/>
            <ac:spMk id="5" creationId="{1B0558A0-54DB-64F7-03FC-4CBAE64CA31A}"/>
          </ac:spMkLst>
        </pc:spChg>
        <pc:spChg chg="mod">
          <ac:chgData name="김 성민" userId="7fdd8e68-dbab-4f97-a317-da825b846025" providerId="ADAL" clId="{0536D503-EB41-4543-9C5E-3C4C2BF90393}" dt="2026-03-16T01:29:04.248" v="4719" actId="20577"/>
          <ac:spMkLst>
            <pc:docMk/>
            <pc:sldMk cId="105172326" sldId="673"/>
            <ac:spMk id="9" creationId="{6D003727-5BA4-4906-B502-4E17774601E5}"/>
          </ac:spMkLst>
        </pc:spChg>
        <pc:picChg chg="del">
          <ac:chgData name="김 성민" userId="7fdd8e68-dbab-4f97-a317-da825b846025" providerId="ADAL" clId="{0536D503-EB41-4543-9C5E-3C4C2BF90393}" dt="2026-03-16T01:27:14.685" v="4599" actId="478"/>
          <ac:picMkLst>
            <pc:docMk/>
            <pc:sldMk cId="105172326" sldId="673"/>
            <ac:picMk id="4" creationId="{48B40A41-6590-5F56-98CF-A8640F299185}"/>
          </ac:picMkLst>
        </pc:picChg>
        <pc:picChg chg="add mod">
          <ac:chgData name="김 성민" userId="7fdd8e68-dbab-4f97-a317-da825b846025" providerId="ADAL" clId="{0536D503-EB41-4543-9C5E-3C4C2BF90393}" dt="2026-03-16T01:29:56.635" v="4725" actId="1076"/>
          <ac:picMkLst>
            <pc:docMk/>
            <pc:sldMk cId="105172326" sldId="673"/>
            <ac:picMk id="10" creationId="{C16D0A55-E645-0333-82E3-4E8FAF055238}"/>
          </ac:picMkLst>
        </pc:picChg>
      </pc:sldChg>
      <pc:sldChg chg="modSp add del mod">
        <pc:chgData name="김 성민" userId="7fdd8e68-dbab-4f97-a317-da825b846025" providerId="ADAL" clId="{0536D503-EB41-4543-9C5E-3C4C2BF90393}" dt="2026-03-16T01:43:21.499" v="5121" actId="47"/>
        <pc:sldMkLst>
          <pc:docMk/>
          <pc:sldMk cId="3741637020" sldId="674"/>
        </pc:sldMkLst>
        <pc:spChg chg="mod">
          <ac:chgData name="김 성민" userId="7fdd8e68-dbab-4f97-a317-da825b846025" providerId="ADAL" clId="{0536D503-EB41-4543-9C5E-3C4C2BF90393}" dt="2026-03-16T00:52:18.580" v="3832" actId="20577"/>
          <ac:spMkLst>
            <pc:docMk/>
            <pc:sldMk cId="3741637020" sldId="674"/>
            <ac:spMk id="5" creationId="{0FD22CE4-B7C4-6589-D5E3-F96B2F11D604}"/>
          </ac:spMkLst>
        </pc:spChg>
      </pc:sldChg>
      <pc:sldChg chg="addSp delSp modSp add del mod ord">
        <pc:chgData name="김 성민" userId="7fdd8e68-dbab-4f97-a317-da825b846025" providerId="ADAL" clId="{0536D503-EB41-4543-9C5E-3C4C2BF90393}" dt="2026-03-16T05:35:42.243" v="7579" actId="47"/>
        <pc:sldMkLst>
          <pc:docMk/>
          <pc:sldMk cId="2392077030" sldId="675"/>
        </pc:sldMkLst>
        <pc:spChg chg="mod">
          <ac:chgData name="김 성민" userId="7fdd8e68-dbab-4f97-a317-da825b846025" providerId="ADAL" clId="{0536D503-EB41-4543-9C5E-3C4C2BF90393}" dt="2026-03-16T01:43:19.633" v="5120" actId="20577"/>
          <ac:spMkLst>
            <pc:docMk/>
            <pc:sldMk cId="2392077030" sldId="675"/>
            <ac:spMk id="5" creationId="{F6F9A580-632B-3F31-3CA7-44F773499688}"/>
          </ac:spMkLst>
        </pc:spChg>
        <pc:spChg chg="mod">
          <ac:chgData name="김 성민" userId="7fdd8e68-dbab-4f97-a317-da825b846025" providerId="ADAL" clId="{0536D503-EB41-4543-9C5E-3C4C2BF90393}" dt="2026-03-16T01:53:54.087" v="6085" actId="20577"/>
          <ac:spMkLst>
            <pc:docMk/>
            <pc:sldMk cId="2392077030" sldId="675"/>
            <ac:spMk id="9" creationId="{36BFCEF7-5676-FF6A-B7F4-C56AC62B284B}"/>
          </ac:spMkLst>
        </pc:spChg>
        <pc:picChg chg="del">
          <ac:chgData name="김 성민" userId="7fdd8e68-dbab-4f97-a317-da825b846025" providerId="ADAL" clId="{0536D503-EB41-4543-9C5E-3C4C2BF90393}" dt="2026-03-16T01:42:06.515" v="5006" actId="478"/>
          <ac:picMkLst>
            <pc:docMk/>
            <pc:sldMk cId="2392077030" sldId="675"/>
            <ac:picMk id="4" creationId="{0F27752D-E50C-2357-4B1F-CF9A4B159A30}"/>
          </ac:picMkLst>
        </pc:picChg>
        <pc:picChg chg="add del mod">
          <ac:chgData name="김 성민" userId="7fdd8e68-dbab-4f97-a317-da825b846025" providerId="ADAL" clId="{0536D503-EB41-4543-9C5E-3C4C2BF90393}" dt="2026-03-16T01:53:28.834" v="6033" actId="478"/>
          <ac:picMkLst>
            <pc:docMk/>
            <pc:sldMk cId="2392077030" sldId="675"/>
            <ac:picMk id="10" creationId="{C54342A7-6EC7-F1A0-F484-01CE67CC3DFF}"/>
          </ac:picMkLst>
        </pc:picChg>
        <pc:picChg chg="add mod">
          <ac:chgData name="김 성민" userId="7fdd8e68-dbab-4f97-a317-da825b846025" providerId="ADAL" clId="{0536D503-EB41-4543-9C5E-3C4C2BF90393}" dt="2026-03-16T01:53:40.256" v="6039" actId="1076"/>
          <ac:picMkLst>
            <pc:docMk/>
            <pc:sldMk cId="2392077030" sldId="675"/>
            <ac:picMk id="12" creationId="{0BADE7A6-4511-66F4-4C2C-85C759662EF6}"/>
          </ac:picMkLst>
        </pc:picChg>
      </pc:sldChg>
      <pc:sldChg chg="addSp delSp modSp add del mod">
        <pc:chgData name="김 성민" userId="7fdd8e68-dbab-4f97-a317-da825b846025" providerId="ADAL" clId="{0536D503-EB41-4543-9C5E-3C4C2BF90393}" dt="2026-03-16T05:35:42.243" v="7579" actId="47"/>
        <pc:sldMkLst>
          <pc:docMk/>
          <pc:sldMk cId="3550172566" sldId="676"/>
        </pc:sldMkLst>
        <pc:spChg chg="mod">
          <ac:chgData name="김 성민" userId="7fdd8e68-dbab-4f97-a317-da825b846025" providerId="ADAL" clId="{0536D503-EB41-4543-9C5E-3C4C2BF90393}" dt="2026-03-16T00:56:54.824" v="3846"/>
          <ac:spMkLst>
            <pc:docMk/>
            <pc:sldMk cId="3550172566" sldId="676"/>
            <ac:spMk id="5" creationId="{4D0EEB44-E2F6-D8F6-0949-C6002EEE57EC}"/>
          </ac:spMkLst>
        </pc:spChg>
        <pc:spChg chg="mod">
          <ac:chgData name="김 성민" userId="7fdd8e68-dbab-4f97-a317-da825b846025" providerId="ADAL" clId="{0536D503-EB41-4543-9C5E-3C4C2BF90393}" dt="2026-03-16T01:51:11.014" v="6031" actId="20577"/>
          <ac:spMkLst>
            <pc:docMk/>
            <pc:sldMk cId="3550172566" sldId="676"/>
            <ac:spMk id="9" creationId="{DDF774B6-E438-27D7-3657-512153E0538A}"/>
          </ac:spMkLst>
        </pc:spChg>
        <pc:picChg chg="del">
          <ac:chgData name="김 성민" userId="7fdd8e68-dbab-4f97-a317-da825b846025" providerId="ADAL" clId="{0536D503-EB41-4543-9C5E-3C4C2BF90393}" dt="2026-03-16T01:47:08.135" v="5230" actId="478"/>
          <ac:picMkLst>
            <pc:docMk/>
            <pc:sldMk cId="3550172566" sldId="676"/>
            <ac:picMk id="4" creationId="{627AAF4E-EF59-AA4A-6183-1D4F7DC6AB38}"/>
          </ac:picMkLst>
        </pc:picChg>
        <pc:picChg chg="add del mod">
          <ac:chgData name="김 성민" userId="7fdd8e68-dbab-4f97-a317-da825b846025" providerId="ADAL" clId="{0536D503-EB41-4543-9C5E-3C4C2BF90393}" dt="2026-03-16T01:56:46.654" v="6097" actId="478"/>
          <ac:picMkLst>
            <pc:docMk/>
            <pc:sldMk cId="3550172566" sldId="676"/>
            <ac:picMk id="10" creationId="{27022C69-BF48-BDCA-A7AC-161F54E26A8D}"/>
          </ac:picMkLst>
        </pc:picChg>
        <pc:picChg chg="add mod">
          <ac:chgData name="김 성민" userId="7fdd8e68-dbab-4f97-a317-da825b846025" providerId="ADAL" clId="{0536D503-EB41-4543-9C5E-3C4C2BF90393}" dt="2026-03-16T01:56:51.634" v="6100" actId="1076"/>
          <ac:picMkLst>
            <pc:docMk/>
            <pc:sldMk cId="3550172566" sldId="676"/>
            <ac:picMk id="12" creationId="{C4A7E210-1665-FF75-406F-7F24AE510705}"/>
          </ac:picMkLst>
        </pc:picChg>
      </pc:sldChg>
      <pc:sldChg chg="modSp add del mod">
        <pc:chgData name="김 성민" userId="7fdd8e68-dbab-4f97-a317-da825b846025" providerId="ADAL" clId="{0536D503-EB41-4543-9C5E-3C4C2BF90393}" dt="2026-03-16T01:56:04.863" v="6094" actId="47"/>
        <pc:sldMkLst>
          <pc:docMk/>
          <pc:sldMk cId="2239775853" sldId="677"/>
        </pc:sldMkLst>
        <pc:spChg chg="mod">
          <ac:chgData name="김 성민" userId="7fdd8e68-dbab-4f97-a317-da825b846025" providerId="ADAL" clId="{0536D503-EB41-4543-9C5E-3C4C2BF90393}" dt="2026-03-16T00:57:03.595" v="3855"/>
          <ac:spMkLst>
            <pc:docMk/>
            <pc:sldMk cId="2239775853" sldId="677"/>
            <ac:spMk id="5" creationId="{1254D92A-CA0C-EF23-D185-23DA5082A746}"/>
          </ac:spMkLst>
        </pc:spChg>
      </pc:sldChg>
      <pc:sldChg chg="modSp add del mod">
        <pc:chgData name="김 성민" userId="7fdd8e68-dbab-4f97-a317-da825b846025" providerId="ADAL" clId="{0536D503-EB41-4543-9C5E-3C4C2BF90393}" dt="2026-03-16T01:56:06.613" v="6095" actId="47"/>
        <pc:sldMkLst>
          <pc:docMk/>
          <pc:sldMk cId="3980682049" sldId="678"/>
        </pc:sldMkLst>
        <pc:spChg chg="mod">
          <ac:chgData name="김 성민" userId="7fdd8e68-dbab-4f97-a317-da825b846025" providerId="ADAL" clId="{0536D503-EB41-4543-9C5E-3C4C2BF90393}" dt="2026-03-16T00:57:13.249" v="3863"/>
          <ac:spMkLst>
            <pc:docMk/>
            <pc:sldMk cId="3980682049" sldId="678"/>
            <ac:spMk id="5" creationId="{69D28601-EDE9-3909-02C9-D93103AEBF64}"/>
          </ac:spMkLst>
        </pc:spChg>
      </pc:sldChg>
      <pc:sldChg chg="modSp add del mod">
        <pc:chgData name="김 성민" userId="7fdd8e68-dbab-4f97-a317-da825b846025" providerId="ADAL" clId="{0536D503-EB41-4543-9C5E-3C4C2BF90393}" dt="2026-03-16T01:56:07.834" v="6096" actId="47"/>
        <pc:sldMkLst>
          <pc:docMk/>
          <pc:sldMk cId="1539077354" sldId="679"/>
        </pc:sldMkLst>
        <pc:spChg chg="mod">
          <ac:chgData name="김 성민" userId="7fdd8e68-dbab-4f97-a317-da825b846025" providerId="ADAL" clId="{0536D503-EB41-4543-9C5E-3C4C2BF90393}" dt="2026-03-16T00:57:29.613" v="3879" actId="20577"/>
          <ac:spMkLst>
            <pc:docMk/>
            <pc:sldMk cId="1539077354" sldId="679"/>
            <ac:spMk id="5" creationId="{C592E703-4A19-F9DA-C8AE-B7DB4F11C540}"/>
          </ac:spMkLst>
        </pc:spChg>
      </pc:sldChg>
      <pc:sldChg chg="addSp delSp modSp add del mod">
        <pc:chgData name="김 성민" userId="7fdd8e68-dbab-4f97-a317-da825b846025" providerId="ADAL" clId="{0536D503-EB41-4543-9C5E-3C4C2BF90393}" dt="2026-03-16T05:35:42.243" v="7579" actId="47"/>
        <pc:sldMkLst>
          <pc:docMk/>
          <pc:sldMk cId="2110142628" sldId="680"/>
        </pc:sldMkLst>
        <pc:spChg chg="mod">
          <ac:chgData name="김 성민" userId="7fdd8e68-dbab-4f97-a317-da825b846025" providerId="ADAL" clId="{0536D503-EB41-4543-9C5E-3C4C2BF90393}" dt="2026-03-16T02:10:02.260" v="6431" actId="20577"/>
          <ac:spMkLst>
            <pc:docMk/>
            <pc:sldMk cId="2110142628" sldId="680"/>
            <ac:spMk id="5" creationId="{47196003-8FB4-2042-BD42-7D70C4E6F74E}"/>
          </ac:spMkLst>
        </pc:spChg>
        <pc:spChg chg="mod">
          <ac:chgData name="김 성민" userId="7fdd8e68-dbab-4f97-a317-da825b846025" providerId="ADAL" clId="{0536D503-EB41-4543-9C5E-3C4C2BF90393}" dt="2026-03-16T02:10:21.137" v="6526" actId="20577"/>
          <ac:spMkLst>
            <pc:docMk/>
            <pc:sldMk cId="2110142628" sldId="680"/>
            <ac:spMk id="9" creationId="{4426A889-096C-C0A9-6FCB-8FA5A7E708C9}"/>
          </ac:spMkLst>
        </pc:spChg>
        <pc:picChg chg="del">
          <ac:chgData name="김 성민" userId="7fdd8e68-dbab-4f97-a317-da825b846025" providerId="ADAL" clId="{0536D503-EB41-4543-9C5E-3C4C2BF90393}" dt="2026-03-16T02:02:32.606" v="6101" actId="478"/>
          <ac:picMkLst>
            <pc:docMk/>
            <pc:sldMk cId="2110142628" sldId="680"/>
            <ac:picMk id="4" creationId="{CCA8E744-A294-4B9E-958F-8BAE0DE49BD0}"/>
          </ac:picMkLst>
        </pc:picChg>
        <pc:picChg chg="add del mod">
          <ac:chgData name="김 성민" userId="7fdd8e68-dbab-4f97-a317-da825b846025" providerId="ADAL" clId="{0536D503-EB41-4543-9C5E-3C4C2BF90393}" dt="2026-03-16T02:09:10.789" v="6392" actId="478"/>
          <ac:picMkLst>
            <pc:docMk/>
            <pc:sldMk cId="2110142628" sldId="680"/>
            <ac:picMk id="10" creationId="{F1DB6E07-FB41-4B35-9A2E-18FF580DA85A}"/>
          </ac:picMkLst>
        </pc:picChg>
        <pc:picChg chg="add mod">
          <ac:chgData name="김 성민" userId="7fdd8e68-dbab-4f97-a317-da825b846025" providerId="ADAL" clId="{0536D503-EB41-4543-9C5E-3C4C2BF90393}" dt="2026-03-16T02:09:49.783" v="6402" actId="1076"/>
          <ac:picMkLst>
            <pc:docMk/>
            <pc:sldMk cId="2110142628" sldId="680"/>
            <ac:picMk id="12" creationId="{6F5CEF60-36CD-F3B2-9F4B-1546CFC1B95F}"/>
          </ac:picMkLst>
        </pc:picChg>
      </pc:sldChg>
      <pc:sldChg chg="addSp delSp modSp add del mod">
        <pc:chgData name="김 성민" userId="7fdd8e68-dbab-4f97-a317-da825b846025" providerId="ADAL" clId="{0536D503-EB41-4543-9C5E-3C4C2BF90393}" dt="2026-03-16T05:35:42.243" v="7579" actId="47"/>
        <pc:sldMkLst>
          <pc:docMk/>
          <pc:sldMk cId="2430758894" sldId="681"/>
        </pc:sldMkLst>
        <pc:spChg chg="mod">
          <ac:chgData name="김 성민" userId="7fdd8e68-dbab-4f97-a317-da825b846025" providerId="ADAL" clId="{0536D503-EB41-4543-9C5E-3C4C2BF90393}" dt="2026-03-16T02:15:40.796" v="6759" actId="20577"/>
          <ac:spMkLst>
            <pc:docMk/>
            <pc:sldMk cId="2430758894" sldId="681"/>
            <ac:spMk id="5" creationId="{8359EAC2-32A3-ADEB-D172-86F46ED650C1}"/>
          </ac:spMkLst>
        </pc:spChg>
        <pc:spChg chg="mod">
          <ac:chgData name="김 성민" userId="7fdd8e68-dbab-4f97-a317-da825b846025" providerId="ADAL" clId="{0536D503-EB41-4543-9C5E-3C4C2BF90393}" dt="2026-03-16T02:16:38.030" v="6889" actId="20577"/>
          <ac:spMkLst>
            <pc:docMk/>
            <pc:sldMk cId="2430758894" sldId="681"/>
            <ac:spMk id="9" creationId="{AEFB5643-C3B4-856F-B1C1-F53B8898917E}"/>
          </ac:spMkLst>
        </pc:spChg>
        <pc:picChg chg="del">
          <ac:chgData name="김 성민" userId="7fdd8e68-dbab-4f97-a317-da825b846025" providerId="ADAL" clId="{0536D503-EB41-4543-9C5E-3C4C2BF90393}" dt="2026-03-16T02:16:01.254" v="6760" actId="478"/>
          <ac:picMkLst>
            <pc:docMk/>
            <pc:sldMk cId="2430758894" sldId="681"/>
            <ac:picMk id="4" creationId="{6E2FC48E-D9B4-7D48-6F92-36BD48F32CBE}"/>
          </ac:picMkLst>
        </pc:picChg>
        <pc:picChg chg="add mod">
          <ac:chgData name="김 성민" userId="7fdd8e68-dbab-4f97-a317-da825b846025" providerId="ADAL" clId="{0536D503-EB41-4543-9C5E-3C4C2BF90393}" dt="2026-03-16T02:16:10.903" v="6766" actId="1076"/>
          <ac:picMkLst>
            <pc:docMk/>
            <pc:sldMk cId="2430758894" sldId="681"/>
            <ac:picMk id="10" creationId="{B8532A3F-EEC2-D850-3A86-5EDDE8258803}"/>
          </ac:picMkLst>
        </pc:picChg>
      </pc:sldChg>
      <pc:sldChg chg="modSp add del mod">
        <pc:chgData name="김 성민" userId="7fdd8e68-dbab-4f97-a317-da825b846025" providerId="ADAL" clId="{0536D503-EB41-4543-9C5E-3C4C2BF90393}" dt="2026-03-16T02:16:40.651" v="6890" actId="47"/>
        <pc:sldMkLst>
          <pc:docMk/>
          <pc:sldMk cId="2733156169" sldId="682"/>
        </pc:sldMkLst>
        <pc:spChg chg="mod">
          <ac:chgData name="김 성민" userId="7fdd8e68-dbab-4f97-a317-da825b846025" providerId="ADAL" clId="{0536D503-EB41-4543-9C5E-3C4C2BF90393}" dt="2026-03-16T00:58:07.373" v="3908" actId="20577"/>
          <ac:spMkLst>
            <pc:docMk/>
            <pc:sldMk cId="2733156169" sldId="682"/>
            <ac:spMk id="5" creationId="{180F034B-3A4A-9EEF-F509-A33362D7DAFC}"/>
          </ac:spMkLst>
        </pc:spChg>
      </pc:sldChg>
      <pc:sldChg chg="addSp delSp modSp add del mod">
        <pc:chgData name="김 성민" userId="7fdd8e68-dbab-4f97-a317-da825b846025" providerId="ADAL" clId="{0536D503-EB41-4543-9C5E-3C4C2BF90393}" dt="2026-03-16T05:35:42.243" v="7579" actId="47"/>
        <pc:sldMkLst>
          <pc:docMk/>
          <pc:sldMk cId="2942528157" sldId="683"/>
        </pc:sldMkLst>
        <pc:spChg chg="mod">
          <ac:chgData name="김 성민" userId="7fdd8e68-dbab-4f97-a317-da825b846025" providerId="ADAL" clId="{0536D503-EB41-4543-9C5E-3C4C2BF90393}" dt="2026-03-16T00:58:34.927" v="3947" actId="20577"/>
          <ac:spMkLst>
            <pc:docMk/>
            <pc:sldMk cId="2942528157" sldId="683"/>
            <ac:spMk id="5" creationId="{7C33D0AB-52B5-783C-EBC8-E09B3A26C809}"/>
          </ac:spMkLst>
        </pc:spChg>
        <pc:spChg chg="mod">
          <ac:chgData name="김 성민" userId="7fdd8e68-dbab-4f97-a317-da825b846025" providerId="ADAL" clId="{0536D503-EB41-4543-9C5E-3C4C2BF90393}" dt="2026-03-16T04:54:15.992" v="7535" actId="20577"/>
          <ac:spMkLst>
            <pc:docMk/>
            <pc:sldMk cId="2942528157" sldId="683"/>
            <ac:spMk id="9" creationId="{097FDC83-67AC-2676-9BAF-65887E2164D6}"/>
          </ac:spMkLst>
        </pc:spChg>
        <pc:picChg chg="del">
          <ac:chgData name="김 성민" userId="7fdd8e68-dbab-4f97-a317-da825b846025" providerId="ADAL" clId="{0536D503-EB41-4543-9C5E-3C4C2BF90393}" dt="2026-03-16T02:29:18.664" v="6987" actId="478"/>
          <ac:picMkLst>
            <pc:docMk/>
            <pc:sldMk cId="2942528157" sldId="683"/>
            <ac:picMk id="4" creationId="{7898F13A-921F-2F3A-4BC8-005C976329D0}"/>
          </ac:picMkLst>
        </pc:picChg>
        <pc:picChg chg="add mod">
          <ac:chgData name="김 성민" userId="7fdd8e68-dbab-4f97-a317-da825b846025" providerId="ADAL" clId="{0536D503-EB41-4543-9C5E-3C4C2BF90393}" dt="2026-03-16T02:29:45.716" v="6992" actId="1076"/>
          <ac:picMkLst>
            <pc:docMk/>
            <pc:sldMk cId="2942528157" sldId="683"/>
            <ac:picMk id="10" creationId="{652BA3AA-AED9-0BB1-2094-3298770960C4}"/>
          </ac:picMkLst>
        </pc:picChg>
        <pc:picChg chg="add mod">
          <ac:chgData name="김 성민" userId="7fdd8e68-dbab-4f97-a317-da825b846025" providerId="ADAL" clId="{0536D503-EB41-4543-9C5E-3C4C2BF90393}" dt="2026-03-16T03:47:52.583" v="7002" actId="1076"/>
          <ac:picMkLst>
            <pc:docMk/>
            <pc:sldMk cId="2942528157" sldId="683"/>
            <ac:picMk id="12" creationId="{EFAAE21F-9FDC-1238-38D0-2F3F67698C93}"/>
          </ac:picMkLst>
        </pc:picChg>
        <pc:picChg chg="add mod">
          <ac:chgData name="김 성민" userId="7fdd8e68-dbab-4f97-a317-da825b846025" providerId="ADAL" clId="{0536D503-EB41-4543-9C5E-3C4C2BF90393}" dt="2026-03-16T04:01:11.213" v="7037" actId="1076"/>
          <ac:picMkLst>
            <pc:docMk/>
            <pc:sldMk cId="2942528157" sldId="683"/>
            <ac:picMk id="14" creationId="{58F75A60-80D7-FAA5-63E1-D8C59839C60F}"/>
          </ac:picMkLst>
        </pc:picChg>
      </pc:sldChg>
      <pc:sldChg chg="addSp delSp modSp add del mod">
        <pc:chgData name="김 성민" userId="7fdd8e68-dbab-4f97-a317-da825b846025" providerId="ADAL" clId="{0536D503-EB41-4543-9C5E-3C4C2BF90393}" dt="2026-03-16T05:35:42.243" v="7579" actId="47"/>
        <pc:sldMkLst>
          <pc:docMk/>
          <pc:sldMk cId="2276583680" sldId="684"/>
        </pc:sldMkLst>
        <pc:spChg chg="mod">
          <ac:chgData name="김 성민" userId="7fdd8e68-dbab-4f97-a317-da825b846025" providerId="ADAL" clId="{0536D503-EB41-4543-9C5E-3C4C2BF90393}" dt="2026-03-16T04:07:35.926" v="7179" actId="20577"/>
          <ac:spMkLst>
            <pc:docMk/>
            <pc:sldMk cId="2276583680" sldId="684"/>
            <ac:spMk id="5" creationId="{A1C0C8F0-E751-2265-C80F-9576215E929F}"/>
          </ac:spMkLst>
        </pc:spChg>
        <pc:spChg chg="mod">
          <ac:chgData name="김 성민" userId="7fdd8e68-dbab-4f97-a317-da825b846025" providerId="ADAL" clId="{0536D503-EB41-4543-9C5E-3C4C2BF90393}" dt="2026-03-16T04:09:15.317" v="7292" actId="20577"/>
          <ac:spMkLst>
            <pc:docMk/>
            <pc:sldMk cId="2276583680" sldId="684"/>
            <ac:spMk id="9" creationId="{6D6189A2-081C-123E-2094-490C23545600}"/>
          </ac:spMkLst>
        </pc:spChg>
        <pc:picChg chg="del">
          <ac:chgData name="김 성민" userId="7fdd8e68-dbab-4f97-a317-da825b846025" providerId="ADAL" clId="{0536D503-EB41-4543-9C5E-3C4C2BF90393}" dt="2026-03-16T04:07:01.360" v="7120" actId="478"/>
          <ac:picMkLst>
            <pc:docMk/>
            <pc:sldMk cId="2276583680" sldId="684"/>
            <ac:picMk id="4" creationId="{7471E838-99D1-E0DF-F734-0EC49F9326F5}"/>
          </ac:picMkLst>
        </pc:picChg>
        <pc:picChg chg="add del mod">
          <ac:chgData name="김 성민" userId="7fdd8e68-dbab-4f97-a317-da825b846025" providerId="ADAL" clId="{0536D503-EB41-4543-9C5E-3C4C2BF90393}" dt="2026-03-16T04:08:05.420" v="7180" actId="478"/>
          <ac:picMkLst>
            <pc:docMk/>
            <pc:sldMk cId="2276583680" sldId="684"/>
            <ac:picMk id="10" creationId="{DD881F8B-39A5-FA07-8B24-77B058D91C6A}"/>
          </ac:picMkLst>
        </pc:picChg>
        <pc:picChg chg="add mod">
          <ac:chgData name="김 성민" userId="7fdd8e68-dbab-4f97-a317-da825b846025" providerId="ADAL" clId="{0536D503-EB41-4543-9C5E-3C4C2BF90393}" dt="2026-03-16T04:08:36.675" v="7185" actId="1076"/>
          <ac:picMkLst>
            <pc:docMk/>
            <pc:sldMk cId="2276583680" sldId="684"/>
            <ac:picMk id="12" creationId="{3A779634-CD75-6741-BD7D-19262F4DA263}"/>
          </ac:picMkLst>
        </pc:picChg>
      </pc:sldChg>
      <pc:sldChg chg="addSp delSp modSp add del mod">
        <pc:chgData name="김 성민" userId="7fdd8e68-dbab-4f97-a317-da825b846025" providerId="ADAL" clId="{0536D503-EB41-4543-9C5E-3C4C2BF90393}" dt="2026-03-16T05:35:42.243" v="7579" actId="47"/>
        <pc:sldMkLst>
          <pc:docMk/>
          <pc:sldMk cId="662903943" sldId="685"/>
        </pc:sldMkLst>
        <pc:spChg chg="mod">
          <ac:chgData name="김 성민" userId="7fdd8e68-dbab-4f97-a317-da825b846025" providerId="ADAL" clId="{0536D503-EB41-4543-9C5E-3C4C2BF90393}" dt="2026-03-16T01:22:08.146" v="4493" actId="20577"/>
          <ac:spMkLst>
            <pc:docMk/>
            <pc:sldMk cId="662903943" sldId="685"/>
            <ac:spMk id="5" creationId="{FC3D0ED9-CF28-C99C-9873-75BBA2DB3891}"/>
          </ac:spMkLst>
        </pc:spChg>
        <pc:spChg chg="mod">
          <ac:chgData name="김 성민" userId="7fdd8e68-dbab-4f97-a317-da825b846025" providerId="ADAL" clId="{0536D503-EB41-4543-9C5E-3C4C2BF90393}" dt="2026-03-16T01:26:43.473" v="4598"/>
          <ac:spMkLst>
            <pc:docMk/>
            <pc:sldMk cId="662903943" sldId="685"/>
            <ac:spMk id="9" creationId="{BF51BCC7-0E3E-EBA5-FF9E-5058FD13C81E}"/>
          </ac:spMkLst>
        </pc:spChg>
        <pc:picChg chg="del">
          <ac:chgData name="김 성민" userId="7fdd8e68-dbab-4f97-a317-da825b846025" providerId="ADAL" clId="{0536D503-EB41-4543-9C5E-3C4C2BF90393}" dt="2026-03-16T01:20:23.434" v="4292" actId="478"/>
          <ac:picMkLst>
            <pc:docMk/>
            <pc:sldMk cId="662903943" sldId="685"/>
            <ac:picMk id="4" creationId="{CCB91FE6-0E5E-D3E6-6D90-BF412A51072E}"/>
          </ac:picMkLst>
        </pc:picChg>
        <pc:picChg chg="add del mod">
          <ac:chgData name="김 성민" userId="7fdd8e68-dbab-4f97-a317-da825b846025" providerId="ADAL" clId="{0536D503-EB41-4543-9C5E-3C4C2BF90393}" dt="2026-03-16T01:26:29.376" v="4590" actId="478"/>
          <ac:picMkLst>
            <pc:docMk/>
            <pc:sldMk cId="662903943" sldId="685"/>
            <ac:picMk id="10" creationId="{DD3A2466-2624-B375-4869-8DCF06231A2F}"/>
          </ac:picMkLst>
        </pc:picChg>
        <pc:picChg chg="add mod">
          <ac:chgData name="김 성민" userId="7fdd8e68-dbab-4f97-a317-da825b846025" providerId="ADAL" clId="{0536D503-EB41-4543-9C5E-3C4C2BF90393}" dt="2026-03-16T01:26:31.547" v="4591" actId="1076"/>
          <ac:picMkLst>
            <pc:docMk/>
            <pc:sldMk cId="662903943" sldId="685"/>
            <ac:picMk id="12" creationId="{AC9594F8-F586-3024-9E65-4110B4A9564A}"/>
          </ac:picMkLst>
        </pc:picChg>
      </pc:sldChg>
      <pc:sldChg chg="addSp delSp modSp add del mod">
        <pc:chgData name="김 성민" userId="7fdd8e68-dbab-4f97-a317-da825b846025" providerId="ADAL" clId="{0536D503-EB41-4543-9C5E-3C4C2BF90393}" dt="2026-03-17T02:00:13.178" v="9560" actId="20577"/>
        <pc:sldMkLst>
          <pc:docMk/>
          <pc:sldMk cId="3016711616" sldId="686"/>
        </pc:sldMkLst>
        <pc:spChg chg="mod">
          <ac:chgData name="김 성민" userId="7fdd8e68-dbab-4f97-a317-da825b846025" providerId="ADAL" clId="{0536D503-EB41-4543-9C5E-3C4C2BF90393}" dt="2026-03-17T01:59:45.701" v="9551"/>
          <ac:spMkLst>
            <pc:docMk/>
            <pc:sldMk cId="3016711616" sldId="686"/>
            <ac:spMk id="3" creationId="{0E9368FF-FE36-CC68-827F-8BD7D9C2DA97}"/>
          </ac:spMkLst>
        </pc:spChg>
        <pc:spChg chg="mod">
          <ac:chgData name="김 성민" userId="7fdd8e68-dbab-4f97-a317-da825b846025" providerId="ADAL" clId="{0536D503-EB41-4543-9C5E-3C4C2BF90393}" dt="2026-03-17T02:00:13.178" v="9560" actId="20577"/>
          <ac:spMkLst>
            <pc:docMk/>
            <pc:sldMk cId="3016711616" sldId="686"/>
            <ac:spMk id="5" creationId="{CC9FBD25-2A05-08CD-9302-90C6F3133429}"/>
          </ac:spMkLst>
        </pc:spChg>
        <pc:spChg chg="mod">
          <ac:chgData name="김 성민" userId="7fdd8e68-dbab-4f97-a317-da825b846025" providerId="ADAL" clId="{0536D503-EB41-4543-9C5E-3C4C2BF90393}" dt="2026-03-16T01:18:28.364" v="4166" actId="20577"/>
          <ac:spMkLst>
            <pc:docMk/>
            <pc:sldMk cId="3016711616" sldId="686"/>
            <ac:spMk id="9" creationId="{AFA4E35A-E913-D965-8125-7DF475E25A6E}"/>
          </ac:spMkLst>
        </pc:spChg>
        <pc:picChg chg="del">
          <ac:chgData name="김 성민" userId="7fdd8e68-dbab-4f97-a317-da825b846025" providerId="ADAL" clId="{0536D503-EB41-4543-9C5E-3C4C2BF90393}" dt="2026-03-16T01:18:13.617" v="4135" actId="478"/>
          <ac:picMkLst>
            <pc:docMk/>
            <pc:sldMk cId="3016711616" sldId="686"/>
            <ac:picMk id="4" creationId="{75D8A5F5-3546-A2DC-A165-8A25B09DF615}"/>
          </ac:picMkLst>
        </pc:picChg>
        <pc:picChg chg="add mod">
          <ac:chgData name="김 성민" userId="7fdd8e68-dbab-4f97-a317-da825b846025" providerId="ADAL" clId="{0536D503-EB41-4543-9C5E-3C4C2BF90393}" dt="2026-03-16T01:18:21.250" v="4139" actId="1076"/>
          <ac:picMkLst>
            <pc:docMk/>
            <pc:sldMk cId="3016711616" sldId="686"/>
            <ac:picMk id="10" creationId="{ACD62165-D7B3-C747-FC51-58FF6414F437}"/>
          </ac:picMkLst>
        </pc:picChg>
      </pc:sldChg>
      <pc:sldChg chg="addSp delSp modSp add del mod">
        <pc:chgData name="김 성민" userId="7fdd8e68-dbab-4f97-a317-da825b846025" providerId="ADAL" clId="{0536D503-EB41-4543-9C5E-3C4C2BF90393}" dt="2026-03-17T02:00:15.853" v="9562" actId="20577"/>
        <pc:sldMkLst>
          <pc:docMk/>
          <pc:sldMk cId="1482541590" sldId="687"/>
        </pc:sldMkLst>
        <pc:spChg chg="mod">
          <ac:chgData name="김 성민" userId="7fdd8e68-dbab-4f97-a317-da825b846025" providerId="ADAL" clId="{0536D503-EB41-4543-9C5E-3C4C2BF90393}" dt="2026-03-17T01:59:47.026" v="9552"/>
          <ac:spMkLst>
            <pc:docMk/>
            <pc:sldMk cId="1482541590" sldId="687"/>
            <ac:spMk id="3" creationId="{744D141C-0AEA-8AE0-79AF-A4E6E70E37E7}"/>
          </ac:spMkLst>
        </pc:spChg>
        <pc:spChg chg="mod">
          <ac:chgData name="김 성민" userId="7fdd8e68-dbab-4f97-a317-da825b846025" providerId="ADAL" clId="{0536D503-EB41-4543-9C5E-3C4C2BF90393}" dt="2026-03-17T02:00:15.853" v="9562" actId="20577"/>
          <ac:spMkLst>
            <pc:docMk/>
            <pc:sldMk cId="1482541590" sldId="687"/>
            <ac:spMk id="5" creationId="{6477BCE7-F301-B973-A12B-94FBEE6EB0EC}"/>
          </ac:spMkLst>
        </pc:spChg>
        <pc:spChg chg="mod">
          <ac:chgData name="김 성민" userId="7fdd8e68-dbab-4f97-a317-da825b846025" providerId="ADAL" clId="{0536D503-EB41-4543-9C5E-3C4C2BF90393}" dt="2026-03-16T01:19:41.405" v="4286" actId="20577"/>
          <ac:spMkLst>
            <pc:docMk/>
            <pc:sldMk cId="1482541590" sldId="687"/>
            <ac:spMk id="9" creationId="{940DE06A-0C3F-6EEC-0934-94F7D8357387}"/>
          </ac:spMkLst>
        </pc:spChg>
        <pc:picChg chg="add del mod">
          <ac:chgData name="김 성민" userId="7fdd8e68-dbab-4f97-a317-da825b846025" providerId="ADAL" clId="{0536D503-EB41-4543-9C5E-3C4C2BF90393}" dt="2026-03-16T05:58:11.847" v="7600" actId="478"/>
          <ac:picMkLst>
            <pc:docMk/>
            <pc:sldMk cId="1482541590" sldId="687"/>
            <ac:picMk id="4" creationId="{7A918018-7D35-EEE3-A909-DAA490BB55F9}"/>
          </ac:picMkLst>
        </pc:picChg>
        <pc:picChg chg="del">
          <ac:chgData name="김 성민" userId="7fdd8e68-dbab-4f97-a317-da825b846025" providerId="ADAL" clId="{0536D503-EB41-4543-9C5E-3C4C2BF90393}" dt="2026-03-16T01:19:42.551" v="4287" actId="478"/>
          <ac:picMkLst>
            <pc:docMk/>
            <pc:sldMk cId="1482541590" sldId="687"/>
            <ac:picMk id="10" creationId="{064F4438-B075-7552-4F66-0BC1F7F40A8F}"/>
          </ac:picMkLst>
        </pc:picChg>
        <pc:picChg chg="add mod">
          <ac:chgData name="김 성민" userId="7fdd8e68-dbab-4f97-a317-da825b846025" providerId="ADAL" clId="{0536D503-EB41-4543-9C5E-3C4C2BF90393}" dt="2026-03-16T05:58:15.227" v="7603" actId="1076"/>
          <ac:picMkLst>
            <pc:docMk/>
            <pc:sldMk cId="1482541590" sldId="687"/>
            <ac:picMk id="10" creationId="{3992EC21-7295-AA9A-F8DD-680D87235A75}"/>
          </ac:picMkLst>
        </pc:picChg>
        <pc:picChg chg="add del">
          <ac:chgData name="김 성민" userId="7fdd8e68-dbab-4f97-a317-da825b846025" providerId="ADAL" clId="{0536D503-EB41-4543-9C5E-3C4C2BF90393}" dt="2026-03-16T05:58:24.384" v="7605" actId="478"/>
          <ac:picMkLst>
            <pc:docMk/>
            <pc:sldMk cId="1482541590" sldId="687"/>
            <ac:picMk id="12" creationId="{28EE6983-1C8B-0B6D-F254-317A71B1BBD1}"/>
          </ac:picMkLst>
        </pc:picChg>
        <pc:picChg chg="add del">
          <ac:chgData name="김 성민" userId="7fdd8e68-dbab-4f97-a317-da825b846025" providerId="ADAL" clId="{0536D503-EB41-4543-9C5E-3C4C2BF90393}" dt="2026-03-16T05:58:34.179" v="7607" actId="478"/>
          <ac:picMkLst>
            <pc:docMk/>
            <pc:sldMk cId="1482541590" sldId="687"/>
            <ac:picMk id="14" creationId="{71E4AA6D-92ED-71D3-8631-7AA6DB3C790B}"/>
          </ac:picMkLst>
        </pc:picChg>
      </pc:sldChg>
      <pc:sldChg chg="addSp delSp modSp add mod">
        <pc:chgData name="김 성민" userId="7fdd8e68-dbab-4f97-a317-da825b846025" providerId="ADAL" clId="{0536D503-EB41-4543-9C5E-3C4C2BF90393}" dt="2026-03-17T02:00:18.048" v="9564" actId="20577"/>
        <pc:sldMkLst>
          <pc:docMk/>
          <pc:sldMk cId="972194858" sldId="688"/>
        </pc:sldMkLst>
        <pc:spChg chg="mod">
          <ac:chgData name="김 성민" userId="7fdd8e68-dbab-4f97-a317-da825b846025" providerId="ADAL" clId="{0536D503-EB41-4543-9C5E-3C4C2BF90393}" dt="2026-03-17T01:59:48.773" v="9553"/>
          <ac:spMkLst>
            <pc:docMk/>
            <pc:sldMk cId="972194858" sldId="688"/>
            <ac:spMk id="3" creationId="{0BCA47C0-6782-0495-7CA3-9529AEE011D6}"/>
          </ac:spMkLst>
        </pc:spChg>
        <pc:spChg chg="mod">
          <ac:chgData name="김 성민" userId="7fdd8e68-dbab-4f97-a317-da825b846025" providerId="ADAL" clId="{0536D503-EB41-4543-9C5E-3C4C2BF90393}" dt="2026-03-17T02:00:18.048" v="9564" actId="20577"/>
          <ac:spMkLst>
            <pc:docMk/>
            <pc:sldMk cId="972194858" sldId="688"/>
            <ac:spMk id="5" creationId="{DDDDCC6A-B944-8727-45F9-FA065148A059}"/>
          </ac:spMkLst>
        </pc:spChg>
        <pc:spChg chg="mod">
          <ac:chgData name="김 성민" userId="7fdd8e68-dbab-4f97-a317-da825b846025" providerId="ADAL" clId="{0536D503-EB41-4543-9C5E-3C4C2BF90393}" dt="2026-03-16T06:01:15.561" v="7623"/>
          <ac:spMkLst>
            <pc:docMk/>
            <pc:sldMk cId="972194858" sldId="688"/>
            <ac:spMk id="9" creationId="{9C888BEE-84AF-01AA-2D6B-BE75B3901433}"/>
          </ac:spMkLst>
        </pc:spChg>
        <pc:picChg chg="add mod">
          <ac:chgData name="김 성민" userId="7fdd8e68-dbab-4f97-a317-da825b846025" providerId="ADAL" clId="{0536D503-EB41-4543-9C5E-3C4C2BF90393}" dt="2026-03-16T06:02:35.289" v="7628" actId="1076"/>
          <ac:picMkLst>
            <pc:docMk/>
            <pc:sldMk cId="972194858" sldId="688"/>
            <ac:picMk id="4" creationId="{DAADE853-6390-87DF-63AE-497994C88DBE}"/>
          </ac:picMkLst>
        </pc:picChg>
        <pc:picChg chg="del">
          <ac:chgData name="김 성민" userId="7fdd8e68-dbab-4f97-a317-da825b846025" providerId="ADAL" clId="{0536D503-EB41-4543-9C5E-3C4C2BF90393}" dt="2026-03-16T06:01:04.196" v="7617" actId="478"/>
          <ac:picMkLst>
            <pc:docMk/>
            <pc:sldMk cId="972194858" sldId="688"/>
            <ac:picMk id="10" creationId="{88A2B0F5-886D-75FF-2D55-7866C907C8CB}"/>
          </ac:picMkLst>
        </pc:picChg>
      </pc:sldChg>
      <pc:sldChg chg="addSp delSp modSp add del mod">
        <pc:chgData name="김 성민" userId="7fdd8e68-dbab-4f97-a317-da825b846025" providerId="ADAL" clId="{0536D503-EB41-4543-9C5E-3C4C2BF90393}" dt="2026-03-16T05:35:42.243" v="7579" actId="47"/>
        <pc:sldMkLst>
          <pc:docMk/>
          <pc:sldMk cId="1358688405" sldId="688"/>
        </pc:sldMkLst>
        <pc:spChg chg="mod">
          <ac:chgData name="김 성민" userId="7fdd8e68-dbab-4f97-a317-da825b846025" providerId="ADAL" clId="{0536D503-EB41-4543-9C5E-3C4C2BF90393}" dt="2026-03-16T01:21:12.683" v="4384" actId="20577"/>
          <ac:spMkLst>
            <pc:docMk/>
            <pc:sldMk cId="1358688405" sldId="688"/>
            <ac:spMk id="5" creationId="{C845B18B-05AA-809A-AFE0-57E8D72A78B3}"/>
          </ac:spMkLst>
        </pc:spChg>
        <pc:spChg chg="mod">
          <ac:chgData name="김 성민" userId="7fdd8e68-dbab-4f97-a317-da825b846025" providerId="ADAL" clId="{0536D503-EB41-4543-9C5E-3C4C2BF90393}" dt="2026-03-16T01:21:42.058" v="4460" actId="20577"/>
          <ac:spMkLst>
            <pc:docMk/>
            <pc:sldMk cId="1358688405" sldId="688"/>
            <ac:spMk id="9" creationId="{8CE9827D-6EBE-9C35-DC44-E9A84A9CD60F}"/>
          </ac:spMkLst>
        </pc:spChg>
        <pc:picChg chg="add mod">
          <ac:chgData name="김 성민" userId="7fdd8e68-dbab-4f97-a317-da825b846025" providerId="ADAL" clId="{0536D503-EB41-4543-9C5E-3C4C2BF90393}" dt="2026-03-16T01:21:29.410" v="4397" actId="1076"/>
          <ac:picMkLst>
            <pc:docMk/>
            <pc:sldMk cId="1358688405" sldId="688"/>
            <ac:picMk id="4" creationId="{6A4B5A7C-DB0A-DA2C-1F24-6F2D515D14CC}"/>
          </ac:picMkLst>
        </pc:picChg>
        <pc:picChg chg="del">
          <ac:chgData name="김 성민" userId="7fdd8e68-dbab-4f97-a317-da825b846025" providerId="ADAL" clId="{0536D503-EB41-4543-9C5E-3C4C2BF90393}" dt="2026-03-16T01:21:16.223" v="4385" actId="478"/>
          <ac:picMkLst>
            <pc:docMk/>
            <pc:sldMk cId="1358688405" sldId="688"/>
            <ac:picMk id="10" creationId="{BA5937E0-DE28-9553-F0BD-E497FFFADF26}"/>
          </ac:picMkLst>
        </pc:picChg>
        <pc:picChg chg="add del">
          <ac:chgData name="김 성민" userId="7fdd8e68-dbab-4f97-a317-da825b846025" providerId="ADAL" clId="{0536D503-EB41-4543-9C5E-3C4C2BF90393}" dt="2026-03-16T01:21:46.820" v="4462" actId="478"/>
          <ac:picMkLst>
            <pc:docMk/>
            <pc:sldMk cId="1358688405" sldId="688"/>
            <ac:picMk id="12" creationId="{777108F6-B93B-D7C2-F175-A5BA6BAF8436}"/>
          </ac:picMkLst>
        </pc:picChg>
      </pc:sldChg>
      <pc:sldChg chg="add del">
        <pc:chgData name="김 성민" userId="7fdd8e68-dbab-4f97-a317-da825b846025" providerId="ADAL" clId="{0536D503-EB41-4543-9C5E-3C4C2BF90393}" dt="2026-03-16T05:36:25.613" v="7598" actId="47"/>
        <pc:sldMkLst>
          <pc:docMk/>
          <pc:sldMk cId="1832122125" sldId="688"/>
        </pc:sldMkLst>
      </pc:sldChg>
      <pc:sldChg chg="addSp delSp modSp add del mod">
        <pc:chgData name="김 성민" userId="7fdd8e68-dbab-4f97-a317-da825b846025" providerId="ADAL" clId="{0536D503-EB41-4543-9C5E-3C4C2BF90393}" dt="2026-03-16T05:35:42.243" v="7579" actId="47"/>
        <pc:sldMkLst>
          <pc:docMk/>
          <pc:sldMk cId="338283724" sldId="689"/>
        </pc:sldMkLst>
        <pc:spChg chg="mod">
          <ac:chgData name="김 성민" userId="7fdd8e68-dbab-4f97-a317-da825b846025" providerId="ADAL" clId="{0536D503-EB41-4543-9C5E-3C4C2BF90393}" dt="2026-03-16T01:23:57.492" v="4585" actId="20577"/>
          <ac:spMkLst>
            <pc:docMk/>
            <pc:sldMk cId="338283724" sldId="689"/>
            <ac:spMk id="5" creationId="{BFDFEA88-63B6-5CA7-AC2E-2507375F66B1}"/>
          </ac:spMkLst>
        </pc:spChg>
        <pc:spChg chg="mod">
          <ac:chgData name="김 성민" userId="7fdd8e68-dbab-4f97-a317-da825b846025" providerId="ADAL" clId="{0536D503-EB41-4543-9C5E-3C4C2BF90393}" dt="2026-03-16T01:23:35.407" v="4556" actId="20577"/>
          <ac:spMkLst>
            <pc:docMk/>
            <pc:sldMk cId="338283724" sldId="689"/>
            <ac:spMk id="9" creationId="{4B86CDD5-0B8E-35C4-F928-49AACDC8B88B}"/>
          </ac:spMkLst>
        </pc:spChg>
        <pc:picChg chg="del">
          <ac:chgData name="김 성민" userId="7fdd8e68-dbab-4f97-a317-da825b846025" providerId="ADAL" clId="{0536D503-EB41-4543-9C5E-3C4C2BF90393}" dt="2026-03-16T01:23:09.320" v="4495" actId="478"/>
          <ac:picMkLst>
            <pc:docMk/>
            <pc:sldMk cId="338283724" sldId="689"/>
            <ac:picMk id="4" creationId="{217ADB1F-476B-B307-3ED0-75EF708582D9}"/>
          </ac:picMkLst>
        </pc:picChg>
        <pc:picChg chg="add mod">
          <ac:chgData name="김 성민" userId="7fdd8e68-dbab-4f97-a317-da825b846025" providerId="ADAL" clId="{0536D503-EB41-4543-9C5E-3C4C2BF90393}" dt="2026-03-16T01:23:23.091" v="4500" actId="1076"/>
          <ac:picMkLst>
            <pc:docMk/>
            <pc:sldMk cId="338283724" sldId="689"/>
            <ac:picMk id="10" creationId="{34BE48FF-B4FF-5A91-F118-789CA77F96C7}"/>
          </ac:picMkLst>
        </pc:picChg>
      </pc:sldChg>
      <pc:sldChg chg="addSp delSp modSp add mod">
        <pc:chgData name="김 성민" userId="7fdd8e68-dbab-4f97-a317-da825b846025" providerId="ADAL" clId="{0536D503-EB41-4543-9C5E-3C4C2BF90393}" dt="2026-03-17T02:00:20.657" v="9566" actId="20577"/>
        <pc:sldMkLst>
          <pc:docMk/>
          <pc:sldMk cId="4277193029" sldId="689"/>
        </pc:sldMkLst>
        <pc:spChg chg="mod">
          <ac:chgData name="김 성민" userId="7fdd8e68-dbab-4f97-a317-da825b846025" providerId="ADAL" clId="{0536D503-EB41-4543-9C5E-3C4C2BF90393}" dt="2026-03-17T01:59:50.528" v="9554"/>
          <ac:spMkLst>
            <pc:docMk/>
            <pc:sldMk cId="4277193029" sldId="689"/>
            <ac:spMk id="3" creationId="{DAF8B53F-1DB9-F7A4-7F9F-B18673E85B65}"/>
          </ac:spMkLst>
        </pc:spChg>
        <pc:spChg chg="mod">
          <ac:chgData name="김 성민" userId="7fdd8e68-dbab-4f97-a317-da825b846025" providerId="ADAL" clId="{0536D503-EB41-4543-9C5E-3C4C2BF90393}" dt="2026-03-17T02:00:20.657" v="9566" actId="20577"/>
          <ac:spMkLst>
            <pc:docMk/>
            <pc:sldMk cId="4277193029" sldId="689"/>
            <ac:spMk id="5" creationId="{1AB13FFB-7360-1BC3-2C82-651D29024955}"/>
          </ac:spMkLst>
        </pc:spChg>
        <pc:picChg chg="del">
          <ac:chgData name="김 성민" userId="7fdd8e68-dbab-4f97-a317-da825b846025" providerId="ADAL" clId="{0536D503-EB41-4543-9C5E-3C4C2BF90393}" dt="2026-03-16T06:03:28.682" v="7631" actId="478"/>
          <ac:picMkLst>
            <pc:docMk/>
            <pc:sldMk cId="4277193029" sldId="689"/>
            <ac:picMk id="4" creationId="{592B5351-BD9B-4FC7-D7A9-02D626453397}"/>
          </ac:picMkLst>
        </pc:picChg>
        <pc:picChg chg="add mod">
          <ac:chgData name="김 성민" userId="7fdd8e68-dbab-4f97-a317-da825b846025" providerId="ADAL" clId="{0536D503-EB41-4543-9C5E-3C4C2BF90393}" dt="2026-03-16T06:03:33.608" v="7634" actId="1076"/>
          <ac:picMkLst>
            <pc:docMk/>
            <pc:sldMk cId="4277193029" sldId="689"/>
            <ac:picMk id="10" creationId="{AAFA8F04-DC31-DEBB-0DBB-5A02B1A31744}"/>
          </ac:picMkLst>
        </pc:picChg>
      </pc:sldChg>
      <pc:sldChg chg="addSp delSp modSp add del mod">
        <pc:chgData name="김 성민" userId="7fdd8e68-dbab-4f97-a317-da825b846025" providerId="ADAL" clId="{0536D503-EB41-4543-9C5E-3C4C2BF90393}" dt="2026-03-16T05:35:42.243" v="7579" actId="47"/>
        <pc:sldMkLst>
          <pc:docMk/>
          <pc:sldMk cId="2723653985" sldId="690"/>
        </pc:sldMkLst>
        <pc:spChg chg="mod">
          <ac:chgData name="김 성민" userId="7fdd8e68-dbab-4f97-a317-da825b846025" providerId="ADAL" clId="{0536D503-EB41-4543-9C5E-3C4C2BF90393}" dt="2026-03-16T01:32:23.793" v="4936" actId="6549"/>
          <ac:spMkLst>
            <pc:docMk/>
            <pc:sldMk cId="2723653985" sldId="690"/>
            <ac:spMk id="5" creationId="{DFBD4EE7-1FDA-0A46-4A30-D0C90948FDD7}"/>
          </ac:spMkLst>
        </pc:spChg>
        <pc:spChg chg="mod">
          <ac:chgData name="김 성민" userId="7fdd8e68-dbab-4f97-a317-da825b846025" providerId="ADAL" clId="{0536D503-EB41-4543-9C5E-3C4C2BF90393}" dt="2026-03-16T01:32:12.234" v="4934" actId="20577"/>
          <ac:spMkLst>
            <pc:docMk/>
            <pc:sldMk cId="2723653985" sldId="690"/>
            <ac:spMk id="9" creationId="{6CE5F495-6810-47AE-5CE4-A0D39AF5CCF9}"/>
          </ac:spMkLst>
        </pc:spChg>
        <pc:picChg chg="add mod">
          <ac:chgData name="김 성민" userId="7fdd8e68-dbab-4f97-a317-da825b846025" providerId="ADAL" clId="{0536D503-EB41-4543-9C5E-3C4C2BF90393}" dt="2026-03-16T01:30:39.385" v="4731" actId="1076"/>
          <ac:picMkLst>
            <pc:docMk/>
            <pc:sldMk cId="2723653985" sldId="690"/>
            <ac:picMk id="4" creationId="{B53FB988-F52E-811B-1E6A-CC0107968E75}"/>
          </ac:picMkLst>
        </pc:picChg>
        <pc:picChg chg="del">
          <ac:chgData name="김 성민" userId="7fdd8e68-dbab-4f97-a317-da825b846025" providerId="ADAL" clId="{0536D503-EB41-4543-9C5E-3C4C2BF90393}" dt="2026-03-16T01:30:29.095" v="4727" actId="478"/>
          <ac:picMkLst>
            <pc:docMk/>
            <pc:sldMk cId="2723653985" sldId="690"/>
            <ac:picMk id="10" creationId="{8450EE0B-E918-3D8D-49C8-B974DD246954}"/>
          </ac:picMkLst>
        </pc:picChg>
      </pc:sldChg>
      <pc:sldChg chg="addSp delSp modSp add mod">
        <pc:chgData name="김 성민" userId="7fdd8e68-dbab-4f97-a317-da825b846025" providerId="ADAL" clId="{0536D503-EB41-4543-9C5E-3C4C2BF90393}" dt="2026-03-17T02:00:23.616" v="9568" actId="20577"/>
        <pc:sldMkLst>
          <pc:docMk/>
          <pc:sldMk cId="2741267206" sldId="690"/>
        </pc:sldMkLst>
        <pc:spChg chg="mod">
          <ac:chgData name="김 성민" userId="7fdd8e68-dbab-4f97-a317-da825b846025" providerId="ADAL" clId="{0536D503-EB41-4543-9C5E-3C4C2BF90393}" dt="2026-03-17T01:59:52.378" v="9555"/>
          <ac:spMkLst>
            <pc:docMk/>
            <pc:sldMk cId="2741267206" sldId="690"/>
            <ac:spMk id="3" creationId="{2E9172CA-8E2C-3319-6F6D-844C0A42DB49}"/>
          </ac:spMkLst>
        </pc:spChg>
        <pc:spChg chg="mod">
          <ac:chgData name="김 성민" userId="7fdd8e68-dbab-4f97-a317-da825b846025" providerId="ADAL" clId="{0536D503-EB41-4543-9C5E-3C4C2BF90393}" dt="2026-03-17T02:00:23.616" v="9568" actId="20577"/>
          <ac:spMkLst>
            <pc:docMk/>
            <pc:sldMk cId="2741267206" sldId="690"/>
            <ac:spMk id="5" creationId="{2C751355-C7BA-FC76-2D68-9081B72921A2}"/>
          </ac:spMkLst>
        </pc:spChg>
        <pc:spChg chg="mod">
          <ac:chgData name="김 성민" userId="7fdd8e68-dbab-4f97-a317-da825b846025" providerId="ADAL" clId="{0536D503-EB41-4543-9C5E-3C4C2BF90393}" dt="2026-03-16T06:05:24.745" v="7710" actId="20577"/>
          <ac:spMkLst>
            <pc:docMk/>
            <pc:sldMk cId="2741267206" sldId="690"/>
            <ac:spMk id="9" creationId="{1F8C20A8-5DB7-F639-AD38-D299F64E1F96}"/>
          </ac:spMkLst>
        </pc:spChg>
        <pc:picChg chg="add del mod">
          <ac:chgData name="김 성민" userId="7fdd8e68-dbab-4f97-a317-da825b846025" providerId="ADAL" clId="{0536D503-EB41-4543-9C5E-3C4C2BF90393}" dt="2026-03-16T06:55:13.429" v="8817" actId="478"/>
          <ac:picMkLst>
            <pc:docMk/>
            <pc:sldMk cId="2741267206" sldId="690"/>
            <ac:picMk id="4" creationId="{0638747E-AC75-D1C5-C566-6385425BCAC5}"/>
          </ac:picMkLst>
        </pc:picChg>
        <pc:picChg chg="add mod">
          <ac:chgData name="김 성민" userId="7fdd8e68-dbab-4f97-a317-da825b846025" providerId="ADAL" clId="{0536D503-EB41-4543-9C5E-3C4C2BF90393}" dt="2026-03-17T01:59:30.595" v="9550" actId="1076"/>
          <ac:picMkLst>
            <pc:docMk/>
            <pc:sldMk cId="2741267206" sldId="690"/>
            <ac:picMk id="4" creationId="{CB77AEC1-2347-E850-A11C-1ED5F50C1765}"/>
          </ac:picMkLst>
        </pc:picChg>
        <pc:picChg chg="del">
          <ac:chgData name="김 성민" userId="7fdd8e68-dbab-4f97-a317-da825b846025" providerId="ADAL" clId="{0536D503-EB41-4543-9C5E-3C4C2BF90393}" dt="2026-03-16T06:05:02.530" v="7653" actId="478"/>
          <ac:picMkLst>
            <pc:docMk/>
            <pc:sldMk cId="2741267206" sldId="690"/>
            <ac:picMk id="10" creationId="{6FB26EE2-149E-70B2-4E33-3761B9CC6DAC}"/>
          </ac:picMkLst>
        </pc:picChg>
        <pc:picChg chg="add del mod">
          <ac:chgData name="김 성민" userId="7fdd8e68-dbab-4f97-a317-da825b846025" providerId="ADAL" clId="{0536D503-EB41-4543-9C5E-3C4C2BF90393}" dt="2026-03-17T01:59:21.601" v="9545" actId="478"/>
          <ac:picMkLst>
            <pc:docMk/>
            <pc:sldMk cId="2741267206" sldId="690"/>
            <ac:picMk id="12" creationId="{22909502-68B6-7CC2-BE7D-7638E73DFE39}"/>
          </ac:picMkLst>
        </pc:picChg>
      </pc:sldChg>
      <pc:sldChg chg="addSp delSp modSp add del mod">
        <pc:chgData name="김 성민" userId="7fdd8e68-dbab-4f97-a317-da825b846025" providerId="ADAL" clId="{0536D503-EB41-4543-9C5E-3C4C2BF90393}" dt="2026-03-16T05:35:42.243" v="7579" actId="47"/>
        <pc:sldMkLst>
          <pc:docMk/>
          <pc:sldMk cId="160472598" sldId="691"/>
        </pc:sldMkLst>
        <pc:spChg chg="mod">
          <ac:chgData name="김 성민" userId="7fdd8e68-dbab-4f97-a317-da825b846025" providerId="ADAL" clId="{0536D503-EB41-4543-9C5E-3C4C2BF90393}" dt="2026-03-16T01:41:17.223" v="4999" actId="20577"/>
          <ac:spMkLst>
            <pc:docMk/>
            <pc:sldMk cId="160472598" sldId="691"/>
            <ac:spMk id="5" creationId="{D2ACC831-4218-AEE1-4F81-5F37EC3AC803}"/>
          </ac:spMkLst>
        </pc:spChg>
        <pc:spChg chg="mod">
          <ac:chgData name="김 성민" userId="7fdd8e68-dbab-4f97-a317-da825b846025" providerId="ADAL" clId="{0536D503-EB41-4543-9C5E-3C4C2BF90393}" dt="2026-03-16T01:41:00.272" v="4987" actId="20577"/>
          <ac:spMkLst>
            <pc:docMk/>
            <pc:sldMk cId="160472598" sldId="691"/>
            <ac:spMk id="9" creationId="{70103948-92F2-DCBE-F609-745A73EBAB8D}"/>
          </ac:spMkLst>
        </pc:spChg>
        <pc:picChg chg="add mod">
          <ac:chgData name="김 성민" userId="7fdd8e68-dbab-4f97-a317-da825b846025" providerId="ADAL" clId="{0536D503-EB41-4543-9C5E-3C4C2BF90393}" dt="2026-03-16T01:40:52.097" v="4973" actId="1076"/>
          <ac:picMkLst>
            <pc:docMk/>
            <pc:sldMk cId="160472598" sldId="691"/>
            <ac:picMk id="4" creationId="{E9646FD3-32D2-EA93-9C31-232B25461AE6}"/>
          </ac:picMkLst>
        </pc:picChg>
        <pc:picChg chg="del">
          <ac:chgData name="김 성민" userId="7fdd8e68-dbab-4f97-a317-da825b846025" providerId="ADAL" clId="{0536D503-EB41-4543-9C5E-3C4C2BF90393}" dt="2026-03-16T01:40:41.436" v="4968" actId="478"/>
          <ac:picMkLst>
            <pc:docMk/>
            <pc:sldMk cId="160472598" sldId="691"/>
            <ac:picMk id="10" creationId="{97854837-19BF-346A-D625-FA0B7620E540}"/>
          </ac:picMkLst>
        </pc:picChg>
      </pc:sldChg>
      <pc:sldChg chg="addSp delSp modSp add mod">
        <pc:chgData name="김 성민" userId="7fdd8e68-dbab-4f97-a317-da825b846025" providerId="ADAL" clId="{0536D503-EB41-4543-9C5E-3C4C2BF90393}" dt="2026-03-17T02:00:26.632" v="9570" actId="20577"/>
        <pc:sldMkLst>
          <pc:docMk/>
          <pc:sldMk cId="3681751569" sldId="691"/>
        </pc:sldMkLst>
        <pc:spChg chg="mod">
          <ac:chgData name="김 성민" userId="7fdd8e68-dbab-4f97-a317-da825b846025" providerId="ADAL" clId="{0536D503-EB41-4543-9C5E-3C4C2BF90393}" dt="2026-03-17T01:59:54.164" v="9556"/>
          <ac:spMkLst>
            <pc:docMk/>
            <pc:sldMk cId="3681751569" sldId="691"/>
            <ac:spMk id="3" creationId="{55B6EFBB-6E93-27D8-C51F-889D25F9E162}"/>
          </ac:spMkLst>
        </pc:spChg>
        <pc:spChg chg="mod">
          <ac:chgData name="김 성민" userId="7fdd8e68-dbab-4f97-a317-da825b846025" providerId="ADAL" clId="{0536D503-EB41-4543-9C5E-3C4C2BF90393}" dt="2026-03-17T02:00:26.632" v="9570" actId="20577"/>
          <ac:spMkLst>
            <pc:docMk/>
            <pc:sldMk cId="3681751569" sldId="691"/>
            <ac:spMk id="5" creationId="{DD816023-F31B-2749-D8E1-E854DA644A6E}"/>
          </ac:spMkLst>
        </pc:spChg>
        <pc:spChg chg="mod">
          <ac:chgData name="김 성민" userId="7fdd8e68-dbab-4f97-a317-da825b846025" providerId="ADAL" clId="{0536D503-EB41-4543-9C5E-3C4C2BF90393}" dt="2026-03-16T06:06:26.879" v="7801" actId="20577"/>
          <ac:spMkLst>
            <pc:docMk/>
            <pc:sldMk cId="3681751569" sldId="691"/>
            <ac:spMk id="9" creationId="{6F9F91FC-DB5E-A715-D987-81209D5F553C}"/>
          </ac:spMkLst>
        </pc:spChg>
        <pc:picChg chg="add mod">
          <ac:chgData name="김 성민" userId="7fdd8e68-dbab-4f97-a317-da825b846025" providerId="ADAL" clId="{0536D503-EB41-4543-9C5E-3C4C2BF90393}" dt="2026-03-16T06:06:10.083" v="7714" actId="1076"/>
          <ac:picMkLst>
            <pc:docMk/>
            <pc:sldMk cId="3681751569" sldId="691"/>
            <ac:picMk id="4" creationId="{CAFEC528-02FF-B466-08CD-A80C499A1E8E}"/>
          </ac:picMkLst>
        </pc:picChg>
        <pc:picChg chg="del">
          <ac:chgData name="김 성민" userId="7fdd8e68-dbab-4f97-a317-da825b846025" providerId="ADAL" clId="{0536D503-EB41-4543-9C5E-3C4C2BF90393}" dt="2026-03-16T06:05:48.898" v="7711" actId="478"/>
          <ac:picMkLst>
            <pc:docMk/>
            <pc:sldMk cId="3681751569" sldId="691"/>
            <ac:picMk id="10" creationId="{8282A448-CD19-5736-3DC8-9B640EEE8D28}"/>
          </ac:picMkLst>
        </pc:picChg>
      </pc:sldChg>
      <pc:sldChg chg="add del">
        <pc:chgData name="김 성민" userId="7fdd8e68-dbab-4f97-a317-da825b846025" providerId="ADAL" clId="{0536D503-EB41-4543-9C5E-3C4C2BF90393}" dt="2026-03-16T01:30:30.106" v="4729"/>
        <pc:sldMkLst>
          <pc:docMk/>
          <pc:sldMk cId="3829800505" sldId="691"/>
        </pc:sldMkLst>
      </pc:sldChg>
      <pc:sldChg chg="addSp delSp modSp add mod">
        <pc:chgData name="김 성민" userId="7fdd8e68-dbab-4f97-a317-da825b846025" providerId="ADAL" clId="{0536D503-EB41-4543-9C5E-3C4C2BF90393}" dt="2026-03-17T04:34:37.492" v="13192" actId="20577"/>
        <pc:sldMkLst>
          <pc:docMk/>
          <pc:sldMk cId="1061482680" sldId="692"/>
        </pc:sldMkLst>
        <pc:spChg chg="mod">
          <ac:chgData name="김 성민" userId="7fdd8e68-dbab-4f97-a317-da825b846025" providerId="ADAL" clId="{0536D503-EB41-4543-9C5E-3C4C2BF90393}" dt="2026-03-17T01:55:14.045" v="9538"/>
          <ac:spMkLst>
            <pc:docMk/>
            <pc:sldMk cId="1061482680" sldId="692"/>
            <ac:spMk id="3" creationId="{D4C68E04-442A-3739-BADE-DB7DD5DCB471}"/>
          </ac:spMkLst>
        </pc:spChg>
        <pc:spChg chg="mod">
          <ac:chgData name="김 성민" userId="7fdd8e68-dbab-4f97-a317-da825b846025" providerId="ADAL" clId="{0536D503-EB41-4543-9C5E-3C4C2BF90393}" dt="2026-03-17T04:34:37.492" v="13192" actId="20577"/>
          <ac:spMkLst>
            <pc:docMk/>
            <pc:sldMk cId="1061482680" sldId="692"/>
            <ac:spMk id="5" creationId="{43C3FEA0-721E-0D97-406E-CADE8BFDE755}"/>
          </ac:spMkLst>
        </pc:spChg>
        <pc:spChg chg="mod">
          <ac:chgData name="김 성민" userId="7fdd8e68-dbab-4f97-a317-da825b846025" providerId="ADAL" clId="{0536D503-EB41-4543-9C5E-3C4C2BF90393}" dt="2026-03-17T04:33:36.428" v="13182" actId="20577"/>
          <ac:spMkLst>
            <pc:docMk/>
            <pc:sldMk cId="1061482680" sldId="692"/>
            <ac:spMk id="9" creationId="{5CD3EFD5-1176-0180-ED25-01180FD011C3}"/>
          </ac:spMkLst>
        </pc:spChg>
        <pc:picChg chg="add del mod">
          <ac:chgData name="김 성민" userId="7fdd8e68-dbab-4f97-a317-da825b846025" providerId="ADAL" clId="{0536D503-EB41-4543-9C5E-3C4C2BF90393}" dt="2026-03-17T03:25:45.228" v="10627" actId="22"/>
          <ac:picMkLst>
            <pc:docMk/>
            <pc:sldMk cId="1061482680" sldId="692"/>
            <ac:picMk id="4" creationId="{3BDCA26C-0CB7-7526-C258-B081F104DCF4}"/>
          </ac:picMkLst>
        </pc:picChg>
        <pc:picChg chg="del">
          <ac:chgData name="김 성민" userId="7fdd8e68-dbab-4f97-a317-da825b846025" providerId="ADAL" clId="{0536D503-EB41-4543-9C5E-3C4C2BF90393}" dt="2026-03-16T06:25:20.032" v="7840" actId="478"/>
          <ac:picMkLst>
            <pc:docMk/>
            <pc:sldMk cId="1061482680" sldId="692"/>
            <ac:picMk id="4" creationId="{8DAB634F-E2EB-5973-870A-52C824D356DD}"/>
          </ac:picMkLst>
        </pc:picChg>
        <pc:picChg chg="add del mod">
          <ac:chgData name="김 성민" userId="7fdd8e68-dbab-4f97-a317-da825b846025" providerId="ADAL" clId="{0536D503-EB41-4543-9C5E-3C4C2BF90393}" dt="2026-03-17T04:33:11.695" v="13076" actId="478"/>
          <ac:picMkLst>
            <pc:docMk/>
            <pc:sldMk cId="1061482680" sldId="692"/>
            <ac:picMk id="10" creationId="{9A94375F-768C-0B6B-D9CE-A8D971BBBB86}"/>
          </ac:picMkLst>
        </pc:picChg>
        <pc:picChg chg="add del">
          <ac:chgData name="김 성민" userId="7fdd8e68-dbab-4f97-a317-da825b846025" providerId="ADAL" clId="{0536D503-EB41-4543-9C5E-3C4C2BF90393}" dt="2026-03-16T06:28:46.025" v="7906" actId="478"/>
          <ac:picMkLst>
            <pc:docMk/>
            <pc:sldMk cId="1061482680" sldId="692"/>
            <ac:picMk id="12" creationId="{0EFE61DA-7E3F-69DB-F8B4-6939C9F915B3}"/>
          </ac:picMkLst>
        </pc:picChg>
        <pc:picChg chg="add mod">
          <ac:chgData name="김 성민" userId="7fdd8e68-dbab-4f97-a317-da825b846025" providerId="ADAL" clId="{0536D503-EB41-4543-9C5E-3C4C2BF90393}" dt="2026-03-17T04:33:16.331" v="13079" actId="1076"/>
          <ac:picMkLst>
            <pc:docMk/>
            <pc:sldMk cId="1061482680" sldId="692"/>
            <ac:picMk id="12" creationId="{5F037187-7797-38A4-0F32-01F75AADE259}"/>
          </ac:picMkLst>
        </pc:picChg>
      </pc:sldChg>
      <pc:sldChg chg="addSp delSp modSp add del mod">
        <pc:chgData name="김 성민" userId="7fdd8e68-dbab-4f97-a317-da825b846025" providerId="ADAL" clId="{0536D503-EB41-4543-9C5E-3C4C2BF90393}" dt="2026-03-16T05:35:42.243" v="7579" actId="47"/>
        <pc:sldMkLst>
          <pc:docMk/>
          <pc:sldMk cId="1120894953" sldId="692"/>
        </pc:sldMkLst>
        <pc:spChg chg="mod">
          <ac:chgData name="김 성민" userId="7fdd8e68-dbab-4f97-a317-da825b846025" providerId="ADAL" clId="{0536D503-EB41-4543-9C5E-3C4C2BF90393}" dt="2026-03-16T02:03:58.651" v="6211" actId="20577"/>
          <ac:spMkLst>
            <pc:docMk/>
            <pc:sldMk cId="1120894953" sldId="692"/>
            <ac:spMk id="5" creationId="{E5CEE014-4008-5833-4915-FE8E437A585F}"/>
          </ac:spMkLst>
        </pc:spChg>
        <pc:spChg chg="mod">
          <ac:chgData name="김 성민" userId="7fdd8e68-dbab-4f97-a317-da825b846025" providerId="ADAL" clId="{0536D503-EB41-4543-9C5E-3C4C2BF90393}" dt="2026-03-16T02:13:53.162" v="6732" actId="20577"/>
          <ac:spMkLst>
            <pc:docMk/>
            <pc:sldMk cId="1120894953" sldId="692"/>
            <ac:spMk id="9" creationId="{43986572-070C-5EB0-1033-2867A3B769D1}"/>
          </ac:spMkLst>
        </pc:spChg>
        <pc:picChg chg="add mod">
          <ac:chgData name="김 성민" userId="7fdd8e68-dbab-4f97-a317-da825b846025" providerId="ADAL" clId="{0536D503-EB41-4543-9C5E-3C4C2BF90393}" dt="2026-03-16T02:13:38.495" v="6699" actId="1076"/>
          <ac:picMkLst>
            <pc:docMk/>
            <pc:sldMk cId="1120894953" sldId="692"/>
            <ac:picMk id="4" creationId="{CFD16505-44C8-46C5-977A-0F23BBDA974F}"/>
          </ac:picMkLst>
        </pc:picChg>
        <pc:picChg chg="del">
          <ac:chgData name="김 성민" userId="7fdd8e68-dbab-4f97-a317-da825b846025" providerId="ADAL" clId="{0536D503-EB41-4543-9C5E-3C4C2BF90393}" dt="2026-03-16T02:09:12.193" v="6393" actId="478"/>
          <ac:picMkLst>
            <pc:docMk/>
            <pc:sldMk cId="1120894953" sldId="692"/>
            <ac:picMk id="10" creationId="{7A02B724-06DB-DC50-8443-A35BC62881B3}"/>
          </ac:picMkLst>
        </pc:picChg>
        <pc:picChg chg="add mod">
          <ac:chgData name="김 성민" userId="7fdd8e68-dbab-4f97-a317-da825b846025" providerId="ADAL" clId="{0536D503-EB41-4543-9C5E-3C4C2BF90393}" dt="2026-03-16T02:13:46.500" v="6703" actId="1076"/>
          <ac:picMkLst>
            <pc:docMk/>
            <pc:sldMk cId="1120894953" sldId="692"/>
            <ac:picMk id="12" creationId="{1D7D95A0-8DE5-9EE4-2ADD-AEEF204D2F5F}"/>
          </ac:picMkLst>
        </pc:picChg>
      </pc:sldChg>
      <pc:sldChg chg="addSp delSp modSp add del mod">
        <pc:chgData name="김 성민" userId="7fdd8e68-dbab-4f97-a317-da825b846025" providerId="ADAL" clId="{0536D503-EB41-4543-9C5E-3C4C2BF90393}" dt="2026-03-17T01:55:03.712" v="9537" actId="47"/>
        <pc:sldMkLst>
          <pc:docMk/>
          <pc:sldMk cId="900355798" sldId="693"/>
        </pc:sldMkLst>
        <pc:spChg chg="mod">
          <ac:chgData name="김 성민" userId="7fdd8e68-dbab-4f97-a317-da825b846025" providerId="ADAL" clId="{0536D503-EB41-4543-9C5E-3C4C2BF90393}" dt="2026-03-16T06:58:44.267" v="8825"/>
          <ac:spMkLst>
            <pc:docMk/>
            <pc:sldMk cId="900355798" sldId="693"/>
            <ac:spMk id="3" creationId="{007E7BDF-4837-D2C0-51B6-381A042E4BAE}"/>
          </ac:spMkLst>
        </pc:spChg>
        <pc:spChg chg="mod">
          <ac:chgData name="김 성민" userId="7fdd8e68-dbab-4f97-a317-da825b846025" providerId="ADAL" clId="{0536D503-EB41-4543-9C5E-3C4C2BF90393}" dt="2026-03-16T07:02:42.692" v="9100" actId="20577"/>
          <ac:spMkLst>
            <pc:docMk/>
            <pc:sldMk cId="900355798" sldId="693"/>
            <ac:spMk id="5" creationId="{8A90E259-CB3E-9994-3E0D-73FCA18A7304}"/>
          </ac:spMkLst>
        </pc:spChg>
        <pc:spChg chg="mod">
          <ac:chgData name="김 성민" userId="7fdd8e68-dbab-4f97-a317-da825b846025" providerId="ADAL" clId="{0536D503-EB41-4543-9C5E-3C4C2BF90393}" dt="2026-03-16T06:35:55.205" v="8337" actId="20577"/>
          <ac:spMkLst>
            <pc:docMk/>
            <pc:sldMk cId="900355798" sldId="693"/>
            <ac:spMk id="9" creationId="{89924E7C-8C45-5D56-702A-BE4BC3A4125A}"/>
          </ac:spMkLst>
        </pc:spChg>
        <pc:picChg chg="del">
          <ac:chgData name="김 성민" userId="7fdd8e68-dbab-4f97-a317-da825b846025" providerId="ADAL" clId="{0536D503-EB41-4543-9C5E-3C4C2BF90393}" dt="2026-03-16T06:35:30.119" v="8290" actId="478"/>
          <ac:picMkLst>
            <pc:docMk/>
            <pc:sldMk cId="900355798" sldId="693"/>
            <ac:picMk id="4" creationId="{CD4FC179-FCE7-87F9-9A6C-0510B41C50B9}"/>
          </ac:picMkLst>
        </pc:picChg>
        <pc:picChg chg="add del mod">
          <ac:chgData name="김 성민" userId="7fdd8e68-dbab-4f97-a317-da825b846025" providerId="ADAL" clId="{0536D503-EB41-4543-9C5E-3C4C2BF90393}" dt="2026-03-16T07:00:49.698" v="9066" actId="478"/>
          <ac:picMkLst>
            <pc:docMk/>
            <pc:sldMk cId="900355798" sldId="693"/>
            <ac:picMk id="10" creationId="{C8CF7199-7E6E-27B2-E49B-4F38E12810EE}"/>
          </ac:picMkLst>
        </pc:picChg>
        <pc:picChg chg="add mod">
          <ac:chgData name="김 성민" userId="7fdd8e68-dbab-4f97-a317-da825b846025" providerId="ADAL" clId="{0536D503-EB41-4543-9C5E-3C4C2BF90393}" dt="2026-03-16T07:00:53.245" v="9069" actId="1076"/>
          <ac:picMkLst>
            <pc:docMk/>
            <pc:sldMk cId="900355798" sldId="693"/>
            <ac:picMk id="12" creationId="{29399669-4090-068A-71B8-3F1B5362D5CD}"/>
          </ac:picMkLst>
        </pc:picChg>
      </pc:sldChg>
      <pc:sldChg chg="modSp add del mod">
        <pc:chgData name="김 성민" userId="7fdd8e68-dbab-4f97-a317-da825b846025" providerId="ADAL" clId="{0536D503-EB41-4543-9C5E-3C4C2BF90393}" dt="2026-03-17T02:10:19.966" v="9584" actId="47"/>
        <pc:sldMkLst>
          <pc:docMk/>
          <pc:sldMk cId="1574390876" sldId="693"/>
        </pc:sldMkLst>
        <pc:spChg chg="mod">
          <ac:chgData name="김 성민" userId="7fdd8e68-dbab-4f97-a317-da825b846025" providerId="ADAL" clId="{0536D503-EB41-4543-9C5E-3C4C2BF90393}" dt="2026-03-17T02:01:01.809" v="9578" actId="20577"/>
          <ac:spMkLst>
            <pc:docMk/>
            <pc:sldMk cId="1574390876" sldId="693"/>
            <ac:spMk id="5" creationId="{90F3BB27-CC35-2239-F5F9-166188BFEB26}"/>
          </ac:spMkLst>
        </pc:spChg>
      </pc:sldChg>
      <pc:sldChg chg="addSp delSp modSp add del mod">
        <pc:chgData name="김 성민" userId="7fdd8e68-dbab-4f97-a317-da825b846025" providerId="ADAL" clId="{0536D503-EB41-4543-9C5E-3C4C2BF90393}" dt="2026-03-16T05:35:42.243" v="7579" actId="47"/>
        <pc:sldMkLst>
          <pc:docMk/>
          <pc:sldMk cId="2905468197" sldId="693"/>
        </pc:sldMkLst>
        <pc:spChg chg="mod">
          <ac:chgData name="김 성민" userId="7fdd8e68-dbab-4f97-a317-da825b846025" providerId="ADAL" clId="{0536D503-EB41-4543-9C5E-3C4C2BF90393}" dt="2026-03-16T04:07:31.910" v="7176" actId="20577"/>
          <ac:spMkLst>
            <pc:docMk/>
            <pc:sldMk cId="2905468197" sldId="693"/>
            <ac:spMk id="5" creationId="{EDECC5E0-F579-7AB9-34B3-C213F467A07A}"/>
          </ac:spMkLst>
        </pc:spChg>
        <pc:spChg chg="mod">
          <ac:chgData name="김 성민" userId="7fdd8e68-dbab-4f97-a317-da825b846025" providerId="ADAL" clId="{0536D503-EB41-4543-9C5E-3C4C2BF90393}" dt="2026-03-16T04:09:33.732" v="7321" actId="20577"/>
          <ac:spMkLst>
            <pc:docMk/>
            <pc:sldMk cId="2905468197" sldId="693"/>
            <ac:spMk id="9" creationId="{6ADCB0EF-D6C6-60DE-23F4-8BCAAC06190D}"/>
          </ac:spMkLst>
        </pc:spChg>
        <pc:picChg chg="add mod">
          <ac:chgData name="김 성민" userId="7fdd8e68-dbab-4f97-a317-da825b846025" providerId="ADAL" clId="{0536D503-EB41-4543-9C5E-3C4C2BF90393}" dt="2026-03-16T04:10:41.378" v="7326" actId="1076"/>
          <ac:picMkLst>
            <pc:docMk/>
            <pc:sldMk cId="2905468197" sldId="693"/>
            <ac:picMk id="4" creationId="{CA2D9D5A-2776-27F3-F240-4FDD056C2564}"/>
          </ac:picMkLst>
        </pc:picChg>
        <pc:picChg chg="del">
          <ac:chgData name="김 성민" userId="7fdd8e68-dbab-4f97-a317-da825b846025" providerId="ADAL" clId="{0536D503-EB41-4543-9C5E-3C4C2BF90393}" dt="2026-03-16T04:09:26.076" v="7293" actId="478"/>
          <ac:picMkLst>
            <pc:docMk/>
            <pc:sldMk cId="2905468197" sldId="693"/>
            <ac:picMk id="10" creationId="{2591AA61-210F-1DEB-ADAB-5A2FBB164329}"/>
          </ac:picMkLst>
        </pc:picChg>
      </pc:sldChg>
      <pc:sldChg chg="addSp delSp modSp add del mod">
        <pc:chgData name="김 성민" userId="7fdd8e68-dbab-4f97-a317-da825b846025" providerId="ADAL" clId="{0536D503-EB41-4543-9C5E-3C4C2BF90393}" dt="2026-03-16T05:35:42.243" v="7579" actId="47"/>
        <pc:sldMkLst>
          <pc:docMk/>
          <pc:sldMk cId="500575454" sldId="694"/>
        </pc:sldMkLst>
        <pc:spChg chg="mod">
          <ac:chgData name="김 성민" userId="7fdd8e68-dbab-4f97-a317-da825b846025" providerId="ADAL" clId="{0536D503-EB41-4543-9C5E-3C4C2BF90393}" dt="2026-03-16T04:10:49.830" v="7329" actId="20577"/>
          <ac:spMkLst>
            <pc:docMk/>
            <pc:sldMk cId="500575454" sldId="694"/>
            <ac:spMk id="5" creationId="{A6603890-67BB-B2C1-39FE-A49556E4F193}"/>
          </ac:spMkLst>
        </pc:spChg>
        <pc:spChg chg="mod">
          <ac:chgData name="김 성민" userId="7fdd8e68-dbab-4f97-a317-da825b846025" providerId="ADAL" clId="{0536D503-EB41-4543-9C5E-3C4C2BF90393}" dt="2026-03-16T04:12:52.289" v="7461" actId="20577"/>
          <ac:spMkLst>
            <pc:docMk/>
            <pc:sldMk cId="500575454" sldId="694"/>
            <ac:spMk id="9" creationId="{C7B79E78-D217-D9B2-1F06-BCEA95985851}"/>
          </ac:spMkLst>
        </pc:spChg>
        <pc:picChg chg="del">
          <ac:chgData name="김 성민" userId="7fdd8e68-dbab-4f97-a317-da825b846025" providerId="ADAL" clId="{0536D503-EB41-4543-9C5E-3C4C2BF90393}" dt="2026-03-16T04:12:10.583" v="7331" actId="478"/>
          <ac:picMkLst>
            <pc:docMk/>
            <pc:sldMk cId="500575454" sldId="694"/>
            <ac:picMk id="4" creationId="{BC08B87D-8093-664F-7E14-8F77F00EAB81}"/>
          </ac:picMkLst>
        </pc:picChg>
        <pc:picChg chg="add mod">
          <ac:chgData name="김 성민" userId="7fdd8e68-dbab-4f97-a317-da825b846025" providerId="ADAL" clId="{0536D503-EB41-4543-9C5E-3C4C2BF90393}" dt="2026-03-16T04:12:24.084" v="7338" actId="1076"/>
          <ac:picMkLst>
            <pc:docMk/>
            <pc:sldMk cId="500575454" sldId="694"/>
            <ac:picMk id="10" creationId="{CAF9C553-2143-EE29-8932-C96061289C67}"/>
          </ac:picMkLst>
        </pc:picChg>
      </pc:sldChg>
      <pc:sldChg chg="addSp delSp modSp add del mod">
        <pc:chgData name="김 성민" userId="7fdd8e68-dbab-4f97-a317-da825b846025" providerId="ADAL" clId="{0536D503-EB41-4543-9C5E-3C4C2BF90393}" dt="2026-03-17T02:10:35.100" v="9587" actId="313"/>
        <pc:sldMkLst>
          <pc:docMk/>
          <pc:sldMk cId="2303679018" sldId="694"/>
        </pc:sldMkLst>
        <pc:spChg chg="mod">
          <ac:chgData name="김 성민" userId="7fdd8e68-dbab-4f97-a317-da825b846025" providerId="ADAL" clId="{0536D503-EB41-4543-9C5E-3C4C2BF90393}" dt="2026-03-17T02:10:15.023" v="9582"/>
          <ac:spMkLst>
            <pc:docMk/>
            <pc:sldMk cId="2303679018" sldId="694"/>
            <ac:spMk id="3" creationId="{D97CE34B-2312-E71F-DF8B-B80CD60D4C31}"/>
          </ac:spMkLst>
        </pc:spChg>
        <pc:spChg chg="mod">
          <ac:chgData name="김 성민" userId="7fdd8e68-dbab-4f97-a317-da825b846025" providerId="ADAL" clId="{0536D503-EB41-4543-9C5E-3C4C2BF90393}" dt="2026-03-17T02:10:35.100" v="9587" actId="313"/>
          <ac:spMkLst>
            <pc:docMk/>
            <pc:sldMk cId="2303679018" sldId="694"/>
            <ac:spMk id="5" creationId="{DB3C639E-0C9D-77C4-6446-2D124B39B057}"/>
          </ac:spMkLst>
        </pc:spChg>
        <pc:spChg chg="mod">
          <ac:chgData name="김 성민" userId="7fdd8e68-dbab-4f97-a317-da825b846025" providerId="ADAL" clId="{0536D503-EB41-4543-9C5E-3C4C2BF90393}" dt="2026-03-16T06:59:31.675" v="9016" actId="20577"/>
          <ac:spMkLst>
            <pc:docMk/>
            <pc:sldMk cId="2303679018" sldId="694"/>
            <ac:spMk id="9" creationId="{DDD4FFEF-4036-78A1-E335-FF39608CC820}"/>
          </ac:spMkLst>
        </pc:spChg>
        <pc:picChg chg="del">
          <ac:chgData name="김 성민" userId="7fdd8e68-dbab-4f97-a317-da825b846025" providerId="ADAL" clId="{0536D503-EB41-4543-9C5E-3C4C2BF90393}" dt="2026-03-16T06:58:59.597" v="8827" actId="478"/>
          <ac:picMkLst>
            <pc:docMk/>
            <pc:sldMk cId="2303679018" sldId="694"/>
            <ac:picMk id="4" creationId="{02C7AA90-561D-B4C8-A87F-7D9C9CBC2A94}"/>
          </ac:picMkLst>
        </pc:picChg>
        <pc:picChg chg="add mod">
          <ac:chgData name="김 성민" userId="7fdd8e68-dbab-4f97-a317-da825b846025" providerId="ADAL" clId="{0536D503-EB41-4543-9C5E-3C4C2BF90393}" dt="2026-03-16T06:59:08.617" v="8832" actId="1076"/>
          <ac:picMkLst>
            <pc:docMk/>
            <pc:sldMk cId="2303679018" sldId="694"/>
            <ac:picMk id="10" creationId="{667CF0F2-E1D3-257E-ED98-A3882D901CF3}"/>
          </ac:picMkLst>
        </pc:picChg>
      </pc:sldChg>
      <pc:sldChg chg="addSp delSp modSp add del mod">
        <pc:chgData name="김 성민" userId="7fdd8e68-dbab-4f97-a317-da825b846025" providerId="ADAL" clId="{0536D503-EB41-4543-9C5E-3C4C2BF90393}" dt="2026-03-17T01:55:03.712" v="9537" actId="47"/>
        <pc:sldMkLst>
          <pc:docMk/>
          <pc:sldMk cId="3548760035" sldId="695"/>
        </pc:sldMkLst>
        <pc:spChg chg="mod">
          <ac:chgData name="김 성민" userId="7fdd8e68-dbab-4f97-a317-da825b846025" providerId="ADAL" clId="{0536D503-EB41-4543-9C5E-3C4C2BF90393}" dt="2026-03-16T06:28:58.301" v="7934" actId="20577"/>
          <ac:spMkLst>
            <pc:docMk/>
            <pc:sldMk cId="3548760035" sldId="695"/>
            <ac:spMk id="5" creationId="{E8BA399F-7038-ACD1-9E45-85C905A58996}"/>
          </ac:spMkLst>
        </pc:spChg>
        <pc:spChg chg="mod">
          <ac:chgData name="김 성민" userId="7fdd8e68-dbab-4f97-a317-da825b846025" providerId="ADAL" clId="{0536D503-EB41-4543-9C5E-3C4C2BF90393}" dt="2026-03-16T06:34:36.367" v="8289" actId="20577"/>
          <ac:spMkLst>
            <pc:docMk/>
            <pc:sldMk cId="3548760035" sldId="695"/>
            <ac:spMk id="9" creationId="{C1F74B7B-88A5-79E8-343B-DA90A9568A3C}"/>
          </ac:spMkLst>
        </pc:spChg>
        <pc:picChg chg="add del mod">
          <ac:chgData name="김 성민" userId="7fdd8e68-dbab-4f97-a317-da825b846025" providerId="ADAL" clId="{0536D503-EB41-4543-9C5E-3C4C2BF90393}" dt="2026-03-16T06:29:23.214" v="7938" actId="478"/>
          <ac:picMkLst>
            <pc:docMk/>
            <pc:sldMk cId="3548760035" sldId="695"/>
            <ac:picMk id="4" creationId="{4ECD3D3A-64E8-58C7-F2C0-1406E8789E1C}"/>
          </ac:picMkLst>
        </pc:picChg>
        <pc:picChg chg="del">
          <ac:chgData name="김 성민" userId="7fdd8e68-dbab-4f97-a317-da825b846025" providerId="ADAL" clId="{0536D503-EB41-4543-9C5E-3C4C2BF90393}" dt="2026-03-16T06:28:59.607" v="7935" actId="478"/>
          <ac:picMkLst>
            <pc:docMk/>
            <pc:sldMk cId="3548760035" sldId="695"/>
            <ac:picMk id="10" creationId="{646DD313-0F5C-907D-5B66-7ED07746E20C}"/>
          </ac:picMkLst>
        </pc:picChg>
        <pc:picChg chg="add del mod">
          <ac:chgData name="김 성민" userId="7fdd8e68-dbab-4f97-a317-da825b846025" providerId="ADAL" clId="{0536D503-EB41-4543-9C5E-3C4C2BF90393}" dt="2026-03-16T06:31:35.537" v="8210" actId="478"/>
          <ac:picMkLst>
            <pc:docMk/>
            <pc:sldMk cId="3548760035" sldId="695"/>
            <ac:picMk id="12" creationId="{6C12CA57-8E6E-5302-9AD1-5EF032DCF518}"/>
          </ac:picMkLst>
        </pc:picChg>
        <pc:picChg chg="add mod">
          <ac:chgData name="김 성민" userId="7fdd8e68-dbab-4f97-a317-da825b846025" providerId="ADAL" clId="{0536D503-EB41-4543-9C5E-3C4C2BF90393}" dt="2026-03-16T06:31:43.955" v="8217" actId="1076"/>
          <ac:picMkLst>
            <pc:docMk/>
            <pc:sldMk cId="3548760035" sldId="695"/>
            <ac:picMk id="14" creationId="{C630DEFE-3FE3-872B-3D96-1D6FD1A0FAE7}"/>
          </ac:picMkLst>
        </pc:picChg>
      </pc:sldChg>
      <pc:sldChg chg="addSp delSp modSp add del mod">
        <pc:chgData name="김 성민" userId="7fdd8e68-dbab-4f97-a317-da825b846025" providerId="ADAL" clId="{0536D503-EB41-4543-9C5E-3C4C2BF90393}" dt="2026-03-17T01:55:03.712" v="9537" actId="47"/>
        <pc:sldMkLst>
          <pc:docMk/>
          <pc:sldMk cId="1326634436" sldId="696"/>
        </pc:sldMkLst>
        <pc:spChg chg="mod">
          <ac:chgData name="김 성민" userId="7fdd8e68-dbab-4f97-a317-da825b846025" providerId="ADAL" clId="{0536D503-EB41-4543-9C5E-3C4C2BF90393}" dt="2026-03-16T06:59:40.294" v="9018"/>
          <ac:spMkLst>
            <pc:docMk/>
            <pc:sldMk cId="1326634436" sldId="696"/>
            <ac:spMk id="3" creationId="{97891E4A-DA03-021B-38F9-578206E37D1C}"/>
          </ac:spMkLst>
        </pc:spChg>
        <pc:spChg chg="mod">
          <ac:chgData name="김 성민" userId="7fdd8e68-dbab-4f97-a317-da825b846025" providerId="ADAL" clId="{0536D503-EB41-4543-9C5E-3C4C2BF90393}" dt="2026-03-16T07:02:51.153" v="9104" actId="20577"/>
          <ac:spMkLst>
            <pc:docMk/>
            <pc:sldMk cId="1326634436" sldId="696"/>
            <ac:spMk id="5" creationId="{B0782B4C-D1E3-363E-9400-13A17E57B777}"/>
          </ac:spMkLst>
        </pc:spChg>
        <pc:spChg chg="mod">
          <ac:chgData name="김 성민" userId="7fdd8e68-dbab-4f97-a317-da825b846025" providerId="ADAL" clId="{0536D503-EB41-4543-9C5E-3C4C2BF90393}" dt="2026-03-16T07:01:49.699" v="9097" actId="20577"/>
          <ac:spMkLst>
            <pc:docMk/>
            <pc:sldMk cId="1326634436" sldId="696"/>
            <ac:spMk id="9" creationId="{C7F22299-2830-C645-3C17-6CB8D9CF0ED1}"/>
          </ac:spMkLst>
        </pc:spChg>
        <pc:picChg chg="add del mod">
          <ac:chgData name="김 성민" userId="7fdd8e68-dbab-4f97-a317-da825b846025" providerId="ADAL" clId="{0536D503-EB41-4543-9C5E-3C4C2BF90393}" dt="2026-03-16T07:01:23.094" v="9070" actId="478"/>
          <ac:picMkLst>
            <pc:docMk/>
            <pc:sldMk cId="1326634436" sldId="696"/>
            <ac:picMk id="4" creationId="{69C3CABB-430F-0891-79B2-DB617F118B9E}"/>
          </ac:picMkLst>
        </pc:picChg>
        <pc:picChg chg="del">
          <ac:chgData name="김 성민" userId="7fdd8e68-dbab-4f97-a317-da825b846025" providerId="ADAL" clId="{0536D503-EB41-4543-9C5E-3C4C2BF90393}" dt="2026-03-16T06:44:43.037" v="8356" actId="478"/>
          <ac:picMkLst>
            <pc:docMk/>
            <pc:sldMk cId="1326634436" sldId="696"/>
            <ac:picMk id="10" creationId="{2DAD9F32-C234-B962-8EDE-322D7573443A}"/>
          </ac:picMkLst>
        </pc:picChg>
        <pc:picChg chg="add mod">
          <ac:chgData name="김 성민" userId="7fdd8e68-dbab-4f97-a317-da825b846025" providerId="ADAL" clId="{0536D503-EB41-4543-9C5E-3C4C2BF90393}" dt="2026-03-16T07:01:40.718" v="9076" actId="1076"/>
          <ac:picMkLst>
            <pc:docMk/>
            <pc:sldMk cId="1326634436" sldId="696"/>
            <ac:picMk id="12" creationId="{5C523C34-54C8-50E7-9CFB-D4E964E8A55A}"/>
          </ac:picMkLst>
        </pc:picChg>
      </pc:sldChg>
      <pc:sldChg chg="addSp delSp modSp add del mod">
        <pc:chgData name="김 성민" userId="7fdd8e68-dbab-4f97-a317-da825b846025" providerId="ADAL" clId="{0536D503-EB41-4543-9C5E-3C4C2BF90393}" dt="2026-03-17T02:16:42.154" v="9599" actId="20577"/>
        <pc:sldMkLst>
          <pc:docMk/>
          <pc:sldMk cId="3506146543" sldId="697"/>
        </pc:sldMkLst>
        <pc:spChg chg="mod">
          <ac:chgData name="김 성민" userId="7fdd8e68-dbab-4f97-a317-da825b846025" providerId="ADAL" clId="{0536D503-EB41-4543-9C5E-3C4C2BF90393}" dt="2026-03-17T02:10:46.729" v="9588"/>
          <ac:spMkLst>
            <pc:docMk/>
            <pc:sldMk cId="3506146543" sldId="697"/>
            <ac:spMk id="3" creationId="{1BD56E6E-93C2-BE57-588B-CADD0E11F208}"/>
          </ac:spMkLst>
        </pc:spChg>
        <pc:spChg chg="mod">
          <ac:chgData name="김 성민" userId="7fdd8e68-dbab-4f97-a317-da825b846025" providerId="ADAL" clId="{0536D503-EB41-4543-9C5E-3C4C2BF90393}" dt="2026-03-17T02:10:52.069" v="9593" actId="20577"/>
          <ac:spMkLst>
            <pc:docMk/>
            <pc:sldMk cId="3506146543" sldId="697"/>
            <ac:spMk id="5" creationId="{D6D29F26-1FA3-8722-A5DA-295AD782653F}"/>
          </ac:spMkLst>
        </pc:spChg>
        <pc:spChg chg="mod">
          <ac:chgData name="김 성민" userId="7fdd8e68-dbab-4f97-a317-da825b846025" providerId="ADAL" clId="{0536D503-EB41-4543-9C5E-3C4C2BF90393}" dt="2026-03-17T02:16:42.154" v="9599" actId="20577"/>
          <ac:spMkLst>
            <pc:docMk/>
            <pc:sldMk cId="3506146543" sldId="697"/>
            <ac:spMk id="9" creationId="{AEEFBADD-75B9-4418-E177-1240795F837C}"/>
          </ac:spMkLst>
        </pc:spChg>
        <pc:picChg chg="add mod">
          <ac:chgData name="김 성민" userId="7fdd8e68-dbab-4f97-a317-da825b846025" providerId="ADAL" clId="{0536D503-EB41-4543-9C5E-3C4C2BF90393}" dt="2026-03-16T07:05:52.846" v="9122" actId="1076"/>
          <ac:picMkLst>
            <pc:docMk/>
            <pc:sldMk cId="3506146543" sldId="697"/>
            <ac:picMk id="4" creationId="{9CB2236C-1BCE-8120-2A83-5B70C337D74D}"/>
          </ac:picMkLst>
        </pc:picChg>
        <pc:picChg chg="del">
          <ac:chgData name="김 성민" userId="7fdd8e68-dbab-4f97-a317-da825b846025" providerId="ADAL" clId="{0536D503-EB41-4543-9C5E-3C4C2BF90393}" dt="2026-03-16T07:05:48.533" v="9118" actId="478"/>
          <ac:picMkLst>
            <pc:docMk/>
            <pc:sldMk cId="3506146543" sldId="697"/>
            <ac:picMk id="10" creationId="{04F74FB4-8124-465C-1A65-EDCC68482639}"/>
          </ac:picMkLst>
        </pc:picChg>
      </pc:sldChg>
      <pc:sldChg chg="addSp delSp modSp add del mod">
        <pc:chgData name="김 성민" userId="7fdd8e68-dbab-4f97-a317-da825b846025" providerId="ADAL" clId="{0536D503-EB41-4543-9C5E-3C4C2BF90393}" dt="2026-03-16T07:02:47.566" v="9102" actId="47"/>
        <pc:sldMkLst>
          <pc:docMk/>
          <pc:sldMk cId="3634231153" sldId="697"/>
        </pc:sldMkLst>
        <pc:spChg chg="mod">
          <ac:chgData name="김 성민" userId="7fdd8e68-dbab-4f97-a317-da825b846025" providerId="ADAL" clId="{0536D503-EB41-4543-9C5E-3C4C2BF90393}" dt="2026-03-16T06:59:38.852" v="9017"/>
          <ac:spMkLst>
            <pc:docMk/>
            <pc:sldMk cId="3634231153" sldId="697"/>
            <ac:spMk id="3" creationId="{6B8AF2E5-8038-EFE6-EE33-101AADB5DCF1}"/>
          </ac:spMkLst>
        </pc:spChg>
        <pc:spChg chg="mod">
          <ac:chgData name="김 성민" userId="7fdd8e68-dbab-4f97-a317-da825b846025" providerId="ADAL" clId="{0536D503-EB41-4543-9C5E-3C4C2BF90393}" dt="2026-03-16T06:48:45.510" v="8644" actId="20577"/>
          <ac:spMkLst>
            <pc:docMk/>
            <pc:sldMk cId="3634231153" sldId="697"/>
            <ac:spMk id="5" creationId="{7760E06F-9C90-8C50-3AE1-6F81573574DE}"/>
          </ac:spMkLst>
        </pc:spChg>
        <pc:spChg chg="mod">
          <ac:chgData name="김 성민" userId="7fdd8e68-dbab-4f97-a317-da825b846025" providerId="ADAL" clId="{0536D503-EB41-4543-9C5E-3C4C2BF90393}" dt="2026-03-16T06:49:35.798" v="8806" actId="20577"/>
          <ac:spMkLst>
            <pc:docMk/>
            <pc:sldMk cId="3634231153" sldId="697"/>
            <ac:spMk id="9" creationId="{78727038-0188-22C0-592E-227C3386795E}"/>
          </ac:spMkLst>
        </pc:spChg>
        <pc:picChg chg="del">
          <ac:chgData name="김 성민" userId="7fdd8e68-dbab-4f97-a317-da825b846025" providerId="ADAL" clId="{0536D503-EB41-4543-9C5E-3C4C2BF90393}" dt="2026-03-16T06:49:02.914" v="8646" actId="478"/>
          <ac:picMkLst>
            <pc:docMk/>
            <pc:sldMk cId="3634231153" sldId="697"/>
            <ac:picMk id="4" creationId="{850710E0-4BE7-535B-64E8-355A4D544E9C}"/>
          </ac:picMkLst>
        </pc:picChg>
        <pc:picChg chg="add mod">
          <ac:chgData name="김 성민" userId="7fdd8e68-dbab-4f97-a317-da825b846025" providerId="ADAL" clId="{0536D503-EB41-4543-9C5E-3C4C2BF90393}" dt="2026-03-16T06:49:08.397" v="8651" actId="1076"/>
          <ac:picMkLst>
            <pc:docMk/>
            <pc:sldMk cId="3634231153" sldId="697"/>
            <ac:picMk id="10" creationId="{4BA058F8-BE14-83DC-E04B-75511706722B}"/>
          </ac:picMkLst>
        </pc:picChg>
      </pc:sldChg>
      <pc:sldChg chg="addSp delSp modSp add del mod">
        <pc:chgData name="김 성민" userId="7fdd8e68-dbab-4f97-a317-da825b846025" providerId="ADAL" clId="{0536D503-EB41-4543-9C5E-3C4C2BF90393}" dt="2026-03-17T02:18:23.128" v="9608" actId="1076"/>
        <pc:sldMkLst>
          <pc:docMk/>
          <pc:sldMk cId="1509221193" sldId="698"/>
        </pc:sldMkLst>
        <pc:spChg chg="mod">
          <ac:chgData name="김 성민" userId="7fdd8e68-dbab-4f97-a317-da825b846025" providerId="ADAL" clId="{0536D503-EB41-4543-9C5E-3C4C2BF90393}" dt="2026-03-17T02:10:48.175" v="9589"/>
          <ac:spMkLst>
            <pc:docMk/>
            <pc:sldMk cId="1509221193" sldId="698"/>
            <ac:spMk id="3" creationId="{D9D9CBE3-3A54-3712-200F-E9EB4E23C0BC}"/>
          </ac:spMkLst>
        </pc:spChg>
        <pc:spChg chg="mod">
          <ac:chgData name="김 성민" userId="7fdd8e68-dbab-4f97-a317-da825b846025" providerId="ADAL" clId="{0536D503-EB41-4543-9C5E-3C4C2BF90393}" dt="2026-03-17T02:10:55.410" v="9597" actId="20577"/>
          <ac:spMkLst>
            <pc:docMk/>
            <pc:sldMk cId="1509221193" sldId="698"/>
            <ac:spMk id="5" creationId="{3E0A5608-D9D6-FCF4-3386-9F277751D96E}"/>
          </ac:spMkLst>
        </pc:spChg>
        <pc:spChg chg="mod">
          <ac:chgData name="김 성민" userId="7fdd8e68-dbab-4f97-a317-da825b846025" providerId="ADAL" clId="{0536D503-EB41-4543-9C5E-3C4C2BF90393}" dt="2026-03-17T02:17:40.160" v="9605"/>
          <ac:spMkLst>
            <pc:docMk/>
            <pc:sldMk cId="1509221193" sldId="698"/>
            <ac:spMk id="9" creationId="{D60773B9-3FCE-9393-F180-385B74F4BAC6}"/>
          </ac:spMkLst>
        </pc:spChg>
        <pc:picChg chg="add mod">
          <ac:chgData name="김 성민" userId="7fdd8e68-dbab-4f97-a317-da825b846025" providerId="ADAL" clId="{0536D503-EB41-4543-9C5E-3C4C2BF90393}" dt="2026-03-17T02:18:23.128" v="9608" actId="1076"/>
          <ac:picMkLst>
            <pc:docMk/>
            <pc:sldMk cId="1509221193" sldId="698"/>
            <ac:picMk id="4" creationId="{58D0D5EE-D3A2-CDA0-B3F2-FC223BA1299D}"/>
          </ac:picMkLst>
        </pc:picChg>
        <pc:picChg chg="del">
          <ac:chgData name="김 성민" userId="7fdd8e68-dbab-4f97-a317-da825b846025" providerId="ADAL" clId="{0536D503-EB41-4543-9C5E-3C4C2BF90393}" dt="2026-03-16T07:14:14.754" v="9262" actId="478"/>
          <ac:picMkLst>
            <pc:docMk/>
            <pc:sldMk cId="1509221193" sldId="698"/>
            <ac:picMk id="4" creationId="{826638E4-C109-E1CC-0E93-7F42A4E9E8E1}"/>
          </ac:picMkLst>
        </pc:picChg>
        <pc:picChg chg="add del mod">
          <ac:chgData name="김 성민" userId="7fdd8e68-dbab-4f97-a317-da825b846025" providerId="ADAL" clId="{0536D503-EB41-4543-9C5E-3C4C2BF90393}" dt="2026-03-17T02:18:20.234" v="9606" actId="478"/>
          <ac:picMkLst>
            <pc:docMk/>
            <pc:sldMk cId="1509221193" sldId="698"/>
            <ac:picMk id="10" creationId="{F811966C-7377-74FC-87A8-72BAC411C68F}"/>
          </ac:picMkLst>
        </pc:picChg>
      </pc:sldChg>
      <pc:sldChg chg="del">
        <pc:chgData name="김 성민" userId="7fdd8e68-dbab-4f97-a317-da825b846025" providerId="ADAL" clId="{0536D503-EB41-4543-9C5E-3C4C2BF90393}" dt="2026-03-17T01:55:03.712" v="9537" actId="47"/>
        <pc:sldMkLst>
          <pc:docMk/>
          <pc:sldMk cId="1835524070" sldId="699"/>
        </pc:sldMkLst>
      </pc:sldChg>
      <pc:sldChg chg="addSp delSp modSp add mod ord">
        <pc:chgData name="김 성민" userId="7fdd8e68-dbab-4f97-a317-da825b846025" providerId="ADAL" clId="{0536D503-EB41-4543-9C5E-3C4C2BF90393}" dt="2026-03-17T03:16:31.827" v="9800" actId="20577"/>
        <pc:sldMkLst>
          <pc:docMk/>
          <pc:sldMk cId="2486986531" sldId="699"/>
        </pc:sldMkLst>
        <pc:spChg chg="mod">
          <ac:chgData name="김 성민" userId="7fdd8e68-dbab-4f97-a317-da825b846025" providerId="ADAL" clId="{0536D503-EB41-4543-9C5E-3C4C2BF90393}" dt="2026-03-17T03:15:16.738" v="9649" actId="20577"/>
          <ac:spMkLst>
            <pc:docMk/>
            <pc:sldMk cId="2486986531" sldId="699"/>
            <ac:spMk id="5" creationId="{1F0368F7-93DF-36F9-748F-1A1233209412}"/>
          </ac:spMkLst>
        </pc:spChg>
        <pc:spChg chg="mod">
          <ac:chgData name="김 성민" userId="7fdd8e68-dbab-4f97-a317-da825b846025" providerId="ADAL" clId="{0536D503-EB41-4543-9C5E-3C4C2BF90393}" dt="2026-03-17T03:16:31.827" v="9800" actId="20577"/>
          <ac:spMkLst>
            <pc:docMk/>
            <pc:sldMk cId="2486986531" sldId="699"/>
            <ac:spMk id="9" creationId="{FBDDB582-CC35-2BF6-E628-A5437DA37E20}"/>
          </ac:spMkLst>
        </pc:spChg>
        <pc:picChg chg="del">
          <ac:chgData name="김 성민" userId="7fdd8e68-dbab-4f97-a317-da825b846025" providerId="ADAL" clId="{0536D503-EB41-4543-9C5E-3C4C2BF90393}" dt="2026-03-17T03:15:57.466" v="9651" actId="478"/>
          <ac:picMkLst>
            <pc:docMk/>
            <pc:sldMk cId="2486986531" sldId="699"/>
            <ac:picMk id="4" creationId="{A64C050C-D7C5-0C15-5948-FD29C455DC9C}"/>
          </ac:picMkLst>
        </pc:picChg>
        <pc:picChg chg="add mod">
          <ac:chgData name="김 성민" userId="7fdd8e68-dbab-4f97-a317-da825b846025" providerId="ADAL" clId="{0536D503-EB41-4543-9C5E-3C4C2BF90393}" dt="2026-03-17T03:16:00.258" v="9653" actId="1076"/>
          <ac:picMkLst>
            <pc:docMk/>
            <pc:sldMk cId="2486986531" sldId="699"/>
            <ac:picMk id="10" creationId="{83174AFB-0110-BADE-249F-3EA340B78A6D}"/>
          </ac:picMkLst>
        </pc:picChg>
      </pc:sldChg>
      <pc:sldChg chg="addSp delSp modSp add mod">
        <pc:chgData name="김 성민" userId="7fdd8e68-dbab-4f97-a317-da825b846025" providerId="ADAL" clId="{0536D503-EB41-4543-9C5E-3C4C2BF90393}" dt="2026-03-17T03:21:11.285" v="9996" actId="20577"/>
        <pc:sldMkLst>
          <pc:docMk/>
          <pc:sldMk cId="2770596162" sldId="700"/>
        </pc:sldMkLst>
        <pc:spChg chg="mod">
          <ac:chgData name="김 성민" userId="7fdd8e68-dbab-4f97-a317-da825b846025" providerId="ADAL" clId="{0536D503-EB41-4543-9C5E-3C4C2BF90393}" dt="2026-03-17T03:21:11.285" v="9996" actId="20577"/>
          <ac:spMkLst>
            <pc:docMk/>
            <pc:sldMk cId="2770596162" sldId="700"/>
            <ac:spMk id="5" creationId="{E4555658-0ED6-2FF1-EB7E-E87C72E6C9E7}"/>
          </ac:spMkLst>
        </pc:spChg>
        <pc:spChg chg="mod">
          <ac:chgData name="김 성민" userId="7fdd8e68-dbab-4f97-a317-da825b846025" providerId="ADAL" clId="{0536D503-EB41-4543-9C5E-3C4C2BF90393}" dt="2026-03-17T03:18:20.920" v="9941" actId="20577"/>
          <ac:spMkLst>
            <pc:docMk/>
            <pc:sldMk cId="2770596162" sldId="700"/>
            <ac:spMk id="9" creationId="{EAC89176-1E8A-EC16-526D-F3F80195CFE8}"/>
          </ac:spMkLst>
        </pc:spChg>
        <pc:picChg chg="add del">
          <ac:chgData name="김 성민" userId="7fdd8e68-dbab-4f97-a317-da825b846025" providerId="ADAL" clId="{0536D503-EB41-4543-9C5E-3C4C2BF90393}" dt="2026-03-17T03:17:38.224" v="9812" actId="478"/>
          <ac:picMkLst>
            <pc:docMk/>
            <pc:sldMk cId="2770596162" sldId="700"/>
            <ac:picMk id="2" creationId="{B79B1450-409E-28CF-EB40-56E2DE602019}"/>
          </ac:picMkLst>
        </pc:picChg>
        <pc:picChg chg="del">
          <ac:chgData name="김 성민" userId="7fdd8e68-dbab-4f97-a317-da825b846025" providerId="ADAL" clId="{0536D503-EB41-4543-9C5E-3C4C2BF90393}" dt="2026-03-17T03:18:41.842" v="9943" actId="478"/>
          <ac:picMkLst>
            <pc:docMk/>
            <pc:sldMk cId="2770596162" sldId="700"/>
            <ac:picMk id="10" creationId="{80B68ED8-792B-399E-FFA2-B92E20ED5026}"/>
          </ac:picMkLst>
        </pc:picChg>
        <pc:picChg chg="add mod">
          <ac:chgData name="김 성민" userId="7fdd8e68-dbab-4f97-a317-da825b846025" providerId="ADAL" clId="{0536D503-EB41-4543-9C5E-3C4C2BF90393}" dt="2026-03-17T03:18:57.872" v="9953" actId="1076"/>
          <ac:picMkLst>
            <pc:docMk/>
            <pc:sldMk cId="2770596162" sldId="700"/>
            <ac:picMk id="11" creationId="{194456FF-76A2-9C7C-B280-10499FAAC656}"/>
          </ac:picMkLst>
        </pc:picChg>
      </pc:sldChg>
      <pc:sldChg chg="del">
        <pc:chgData name="김 성민" userId="7fdd8e68-dbab-4f97-a317-da825b846025" providerId="ADAL" clId="{0536D503-EB41-4543-9C5E-3C4C2BF90393}" dt="2026-03-17T01:55:03.712" v="9537" actId="47"/>
        <pc:sldMkLst>
          <pc:docMk/>
          <pc:sldMk cId="3876217713" sldId="700"/>
        </pc:sldMkLst>
      </pc:sldChg>
      <pc:sldChg chg="addSp delSp modSp add mod">
        <pc:chgData name="김 성민" userId="7fdd8e68-dbab-4f97-a317-da825b846025" providerId="ADAL" clId="{0536D503-EB41-4543-9C5E-3C4C2BF90393}" dt="2026-03-17T03:23:32.783" v="10523" actId="20577"/>
        <pc:sldMkLst>
          <pc:docMk/>
          <pc:sldMk cId="735840454" sldId="701"/>
        </pc:sldMkLst>
        <pc:spChg chg="mod">
          <ac:chgData name="김 성민" userId="7fdd8e68-dbab-4f97-a317-da825b846025" providerId="ADAL" clId="{0536D503-EB41-4543-9C5E-3C4C2BF90393}" dt="2026-03-17T03:21:05.932" v="9972" actId="20577"/>
          <ac:spMkLst>
            <pc:docMk/>
            <pc:sldMk cId="735840454" sldId="701"/>
            <ac:spMk id="5" creationId="{9A3DA8F5-5CD8-BA89-41F1-3E2BB038A96B}"/>
          </ac:spMkLst>
        </pc:spChg>
        <pc:spChg chg="mod">
          <ac:chgData name="김 성민" userId="7fdd8e68-dbab-4f97-a317-da825b846025" providerId="ADAL" clId="{0536D503-EB41-4543-9C5E-3C4C2BF90393}" dt="2026-03-17T03:23:32.783" v="10523" actId="20577"/>
          <ac:spMkLst>
            <pc:docMk/>
            <pc:sldMk cId="735840454" sldId="701"/>
            <ac:spMk id="9" creationId="{F6258DFC-24E2-0B36-4EE4-32EB7F4056C0}"/>
          </ac:spMkLst>
        </pc:spChg>
        <pc:picChg chg="add mod">
          <ac:chgData name="김 성민" userId="7fdd8e68-dbab-4f97-a317-da825b846025" providerId="ADAL" clId="{0536D503-EB41-4543-9C5E-3C4C2BF90393}" dt="2026-03-17T03:21:28.481" v="10005" actId="1076"/>
          <ac:picMkLst>
            <pc:docMk/>
            <pc:sldMk cId="735840454" sldId="701"/>
            <ac:picMk id="4" creationId="{FE8C46A7-5623-A648-9416-DFBBD46049A3}"/>
          </ac:picMkLst>
        </pc:picChg>
        <pc:picChg chg="del">
          <ac:chgData name="김 성민" userId="7fdd8e68-dbab-4f97-a317-da825b846025" providerId="ADAL" clId="{0536D503-EB41-4543-9C5E-3C4C2BF90393}" dt="2026-03-17T03:21:17.751" v="9999" actId="478"/>
          <ac:picMkLst>
            <pc:docMk/>
            <pc:sldMk cId="735840454" sldId="701"/>
            <ac:picMk id="11" creationId="{3D637E1F-7870-F958-5504-4C495B76DA2C}"/>
          </ac:picMkLst>
        </pc:picChg>
      </pc:sldChg>
      <pc:sldChg chg="del">
        <pc:chgData name="김 성민" userId="7fdd8e68-dbab-4f97-a317-da825b846025" providerId="ADAL" clId="{0536D503-EB41-4543-9C5E-3C4C2BF90393}" dt="2026-03-17T01:55:03.712" v="9537" actId="47"/>
        <pc:sldMkLst>
          <pc:docMk/>
          <pc:sldMk cId="3915462739" sldId="701"/>
        </pc:sldMkLst>
      </pc:sldChg>
      <pc:sldChg chg="del">
        <pc:chgData name="김 성민" userId="7fdd8e68-dbab-4f97-a317-da825b846025" providerId="ADAL" clId="{0536D503-EB41-4543-9C5E-3C4C2BF90393}" dt="2026-03-17T01:55:03.712" v="9537" actId="47"/>
        <pc:sldMkLst>
          <pc:docMk/>
          <pc:sldMk cId="536774605" sldId="702"/>
        </pc:sldMkLst>
      </pc:sldChg>
      <pc:sldChg chg="addSp delSp modSp add mod">
        <pc:chgData name="김 성민" userId="7fdd8e68-dbab-4f97-a317-da825b846025" providerId="ADAL" clId="{0536D503-EB41-4543-9C5E-3C4C2BF90393}" dt="2026-03-17T03:41:10.333" v="10754" actId="20577"/>
        <pc:sldMkLst>
          <pc:docMk/>
          <pc:sldMk cId="3445122584" sldId="702"/>
        </pc:sldMkLst>
        <pc:spChg chg="mod">
          <ac:chgData name="김 성민" userId="7fdd8e68-dbab-4f97-a317-da825b846025" providerId="ADAL" clId="{0536D503-EB41-4543-9C5E-3C4C2BF90393}" dt="2026-03-17T03:41:10.333" v="10754" actId="20577"/>
          <ac:spMkLst>
            <pc:docMk/>
            <pc:sldMk cId="3445122584" sldId="702"/>
            <ac:spMk id="5" creationId="{507FCDEE-6FD7-1255-5F0C-AD7AA48871DD}"/>
          </ac:spMkLst>
        </pc:spChg>
        <pc:spChg chg="mod">
          <ac:chgData name="김 성민" userId="7fdd8e68-dbab-4f97-a317-da825b846025" providerId="ADAL" clId="{0536D503-EB41-4543-9C5E-3C4C2BF90393}" dt="2026-03-17T03:26:13.852" v="10729" actId="20577"/>
          <ac:spMkLst>
            <pc:docMk/>
            <pc:sldMk cId="3445122584" sldId="702"/>
            <ac:spMk id="9" creationId="{FC7F722A-0ED5-5233-6F3E-1BF04C444EB1}"/>
          </ac:spMkLst>
        </pc:spChg>
        <pc:picChg chg="add mod">
          <ac:chgData name="김 성민" userId="7fdd8e68-dbab-4f97-a317-da825b846025" providerId="ADAL" clId="{0536D503-EB41-4543-9C5E-3C4C2BF90393}" dt="2026-03-17T03:25:58.783" v="10642" actId="1076"/>
          <ac:picMkLst>
            <pc:docMk/>
            <pc:sldMk cId="3445122584" sldId="702"/>
            <ac:picMk id="2" creationId="{2A259CE9-C02B-4E60-4D01-2145F7D9844C}"/>
          </ac:picMkLst>
        </pc:picChg>
        <pc:picChg chg="del">
          <ac:chgData name="김 성민" userId="7fdd8e68-dbab-4f97-a317-da825b846025" providerId="ADAL" clId="{0536D503-EB41-4543-9C5E-3C4C2BF90393}" dt="2026-03-17T03:24:32.407" v="10565" actId="478"/>
          <ac:picMkLst>
            <pc:docMk/>
            <pc:sldMk cId="3445122584" sldId="702"/>
            <ac:picMk id="4" creationId="{BD3A5D1D-1C59-DE1D-5866-2760237FD451}"/>
          </ac:picMkLst>
        </pc:picChg>
      </pc:sldChg>
      <pc:sldChg chg="addSp delSp modSp add mod">
        <pc:chgData name="김 성민" userId="7fdd8e68-dbab-4f97-a317-da825b846025" providerId="ADAL" clId="{0536D503-EB41-4543-9C5E-3C4C2BF90393}" dt="2026-03-17T03:43:32.317" v="10935" actId="20577"/>
        <pc:sldMkLst>
          <pc:docMk/>
          <pc:sldMk cId="2075941181" sldId="703"/>
        </pc:sldMkLst>
        <pc:spChg chg="mod">
          <ac:chgData name="김 성민" userId="7fdd8e68-dbab-4f97-a317-da825b846025" providerId="ADAL" clId="{0536D503-EB41-4543-9C5E-3C4C2BF90393}" dt="2026-03-17T03:41:06.425" v="10744" actId="20577"/>
          <ac:spMkLst>
            <pc:docMk/>
            <pc:sldMk cId="2075941181" sldId="703"/>
            <ac:spMk id="5" creationId="{F79B5054-A41C-3E87-15D2-568D7E54DBE8}"/>
          </ac:spMkLst>
        </pc:spChg>
        <pc:spChg chg="mod">
          <ac:chgData name="김 성민" userId="7fdd8e68-dbab-4f97-a317-da825b846025" providerId="ADAL" clId="{0536D503-EB41-4543-9C5E-3C4C2BF90393}" dt="2026-03-17T03:43:32.317" v="10935" actId="20577"/>
          <ac:spMkLst>
            <pc:docMk/>
            <pc:sldMk cId="2075941181" sldId="703"/>
            <ac:spMk id="9" creationId="{F80BF538-34EA-2098-8EC0-B50942E96C2C}"/>
          </ac:spMkLst>
        </pc:spChg>
        <pc:picChg chg="del">
          <ac:chgData name="김 성민" userId="7fdd8e68-dbab-4f97-a317-da825b846025" providerId="ADAL" clId="{0536D503-EB41-4543-9C5E-3C4C2BF90393}" dt="2026-03-17T03:41:58.975" v="10757" actId="478"/>
          <ac:picMkLst>
            <pc:docMk/>
            <pc:sldMk cId="2075941181" sldId="703"/>
            <ac:picMk id="2" creationId="{0403ECA0-F1E9-73BA-3338-7590A38ED76C}"/>
          </ac:picMkLst>
        </pc:picChg>
        <pc:picChg chg="add mod">
          <ac:chgData name="김 성민" userId="7fdd8e68-dbab-4f97-a317-da825b846025" providerId="ADAL" clId="{0536D503-EB41-4543-9C5E-3C4C2BF90393}" dt="2026-03-17T03:42:09.635" v="10763" actId="1076"/>
          <ac:picMkLst>
            <pc:docMk/>
            <pc:sldMk cId="2075941181" sldId="703"/>
            <ac:picMk id="10" creationId="{218A3283-DD35-18BF-503A-D5845948E25B}"/>
          </ac:picMkLst>
        </pc:picChg>
      </pc:sldChg>
      <pc:sldChg chg="del">
        <pc:chgData name="김 성민" userId="7fdd8e68-dbab-4f97-a317-da825b846025" providerId="ADAL" clId="{0536D503-EB41-4543-9C5E-3C4C2BF90393}" dt="2026-03-17T01:55:03.712" v="9537" actId="47"/>
        <pc:sldMkLst>
          <pc:docMk/>
          <pc:sldMk cId="2140135583" sldId="703"/>
        </pc:sldMkLst>
      </pc:sldChg>
      <pc:sldChg chg="add del">
        <pc:chgData name="김 성민" userId="7fdd8e68-dbab-4f97-a317-da825b846025" providerId="ADAL" clId="{0536D503-EB41-4543-9C5E-3C4C2BF90393}" dt="2026-03-17T03:25:43.131" v="10622"/>
        <pc:sldMkLst>
          <pc:docMk/>
          <pc:sldMk cId="2955016176" sldId="703"/>
        </pc:sldMkLst>
      </pc:sldChg>
      <pc:sldChg chg="del">
        <pc:chgData name="김 성민" userId="7fdd8e68-dbab-4f97-a317-da825b846025" providerId="ADAL" clId="{0536D503-EB41-4543-9C5E-3C4C2BF90393}" dt="2026-03-17T01:55:03.712" v="9537" actId="47"/>
        <pc:sldMkLst>
          <pc:docMk/>
          <pc:sldMk cId="1618594362" sldId="704"/>
        </pc:sldMkLst>
      </pc:sldChg>
      <pc:sldChg chg="addSp delSp modSp add mod">
        <pc:chgData name="김 성민" userId="7fdd8e68-dbab-4f97-a317-da825b846025" providerId="ADAL" clId="{0536D503-EB41-4543-9C5E-3C4C2BF90393}" dt="2026-03-17T03:52:59.572" v="11166" actId="20577"/>
        <pc:sldMkLst>
          <pc:docMk/>
          <pc:sldMk cId="1940616524" sldId="704"/>
        </pc:sldMkLst>
        <pc:spChg chg="mod">
          <ac:chgData name="김 성민" userId="7fdd8e68-dbab-4f97-a317-da825b846025" providerId="ADAL" clId="{0536D503-EB41-4543-9C5E-3C4C2BF90393}" dt="2026-03-17T03:52:59.572" v="11166" actId="20577"/>
          <ac:spMkLst>
            <pc:docMk/>
            <pc:sldMk cId="1940616524" sldId="704"/>
            <ac:spMk id="5" creationId="{2BC816A8-F0A9-2F7D-5EE7-9EF2F40E070D}"/>
          </ac:spMkLst>
        </pc:spChg>
        <pc:spChg chg="mod">
          <ac:chgData name="김 성민" userId="7fdd8e68-dbab-4f97-a317-da825b846025" providerId="ADAL" clId="{0536D503-EB41-4543-9C5E-3C4C2BF90393}" dt="2026-03-17T03:49:55.902" v="11141" actId="20577"/>
          <ac:spMkLst>
            <pc:docMk/>
            <pc:sldMk cId="1940616524" sldId="704"/>
            <ac:spMk id="9" creationId="{299FE250-3122-CD23-8A2E-B33586598854}"/>
          </ac:spMkLst>
        </pc:spChg>
        <pc:picChg chg="add mod">
          <ac:chgData name="김 성민" userId="7fdd8e68-dbab-4f97-a317-da825b846025" providerId="ADAL" clId="{0536D503-EB41-4543-9C5E-3C4C2BF90393}" dt="2026-03-17T03:49:34.072" v="10970" actId="1076"/>
          <ac:picMkLst>
            <pc:docMk/>
            <pc:sldMk cId="1940616524" sldId="704"/>
            <ac:picMk id="4" creationId="{09503C08-5273-6B2A-377A-3D250D1293B6}"/>
          </ac:picMkLst>
        </pc:picChg>
        <pc:picChg chg="del">
          <ac:chgData name="김 성민" userId="7fdd8e68-dbab-4f97-a317-da825b846025" providerId="ADAL" clId="{0536D503-EB41-4543-9C5E-3C4C2BF90393}" dt="2026-03-17T03:49:26.910" v="10966" actId="478"/>
          <ac:picMkLst>
            <pc:docMk/>
            <pc:sldMk cId="1940616524" sldId="704"/>
            <ac:picMk id="10" creationId="{387CA1DE-7F42-B9A2-FDB8-045E7773DF47}"/>
          </ac:picMkLst>
        </pc:picChg>
      </pc:sldChg>
      <pc:sldChg chg="addSp delSp modSp add mod">
        <pc:chgData name="김 성민" userId="7fdd8e68-dbab-4f97-a317-da825b846025" providerId="ADAL" clId="{0536D503-EB41-4543-9C5E-3C4C2BF90393}" dt="2026-03-17T03:53:58.128" v="11345" actId="20577"/>
        <pc:sldMkLst>
          <pc:docMk/>
          <pc:sldMk cId="614705751" sldId="705"/>
        </pc:sldMkLst>
        <pc:spChg chg="mod">
          <ac:chgData name="김 성민" userId="7fdd8e68-dbab-4f97-a317-da825b846025" providerId="ADAL" clId="{0536D503-EB41-4543-9C5E-3C4C2BF90393}" dt="2026-03-17T03:53:05.248" v="11196" actId="20577"/>
          <ac:spMkLst>
            <pc:docMk/>
            <pc:sldMk cId="614705751" sldId="705"/>
            <ac:spMk id="5" creationId="{B74E513E-010A-61DF-1FEA-60E585FF2243}"/>
          </ac:spMkLst>
        </pc:spChg>
        <pc:spChg chg="mod">
          <ac:chgData name="김 성민" userId="7fdd8e68-dbab-4f97-a317-da825b846025" providerId="ADAL" clId="{0536D503-EB41-4543-9C5E-3C4C2BF90393}" dt="2026-03-17T03:53:58.128" v="11345" actId="20577"/>
          <ac:spMkLst>
            <pc:docMk/>
            <pc:sldMk cId="614705751" sldId="705"/>
            <ac:spMk id="9" creationId="{DCB598A5-B164-8750-E5BA-2F06671F113B}"/>
          </ac:spMkLst>
        </pc:spChg>
        <pc:picChg chg="del">
          <ac:chgData name="김 성민" userId="7fdd8e68-dbab-4f97-a317-da825b846025" providerId="ADAL" clId="{0536D503-EB41-4543-9C5E-3C4C2BF90393}" dt="2026-03-17T03:53:05.828" v="11197" actId="478"/>
          <ac:picMkLst>
            <pc:docMk/>
            <pc:sldMk cId="614705751" sldId="705"/>
            <ac:picMk id="4" creationId="{139F54D9-43CF-9530-A015-38E99B22644B}"/>
          </ac:picMkLst>
        </pc:picChg>
        <pc:picChg chg="add mod">
          <ac:chgData name="김 성민" userId="7fdd8e68-dbab-4f97-a317-da825b846025" providerId="ADAL" clId="{0536D503-EB41-4543-9C5E-3C4C2BF90393}" dt="2026-03-17T03:53:15.980" v="11204" actId="1076"/>
          <ac:picMkLst>
            <pc:docMk/>
            <pc:sldMk cId="614705751" sldId="705"/>
            <ac:picMk id="10" creationId="{397AB641-EEF1-D1EA-1AE3-29B07536E92F}"/>
          </ac:picMkLst>
        </pc:picChg>
      </pc:sldChg>
      <pc:sldChg chg="del">
        <pc:chgData name="김 성민" userId="7fdd8e68-dbab-4f97-a317-da825b846025" providerId="ADAL" clId="{0536D503-EB41-4543-9C5E-3C4C2BF90393}" dt="2026-03-17T01:55:03.712" v="9537" actId="47"/>
        <pc:sldMkLst>
          <pc:docMk/>
          <pc:sldMk cId="4290764344" sldId="705"/>
        </pc:sldMkLst>
      </pc:sldChg>
      <pc:sldChg chg="del">
        <pc:chgData name="김 성민" userId="7fdd8e68-dbab-4f97-a317-da825b846025" providerId="ADAL" clId="{0536D503-EB41-4543-9C5E-3C4C2BF90393}" dt="2026-03-17T01:55:03.712" v="9537" actId="47"/>
        <pc:sldMkLst>
          <pc:docMk/>
          <pc:sldMk cId="1587260564" sldId="706"/>
        </pc:sldMkLst>
      </pc:sldChg>
      <pc:sldChg chg="addSp delSp modSp add mod">
        <pc:chgData name="김 성민" userId="7fdd8e68-dbab-4f97-a317-da825b846025" providerId="ADAL" clId="{0536D503-EB41-4543-9C5E-3C4C2BF90393}" dt="2026-03-17T04:03:19.338" v="11830"/>
        <pc:sldMkLst>
          <pc:docMk/>
          <pc:sldMk cId="3757797138" sldId="706"/>
        </pc:sldMkLst>
        <pc:spChg chg="mod">
          <ac:chgData name="김 성민" userId="7fdd8e68-dbab-4f97-a317-da825b846025" providerId="ADAL" clId="{0536D503-EB41-4543-9C5E-3C4C2BF90393}" dt="2026-03-17T03:59:29.327" v="11580" actId="20577"/>
          <ac:spMkLst>
            <pc:docMk/>
            <pc:sldMk cId="3757797138" sldId="706"/>
            <ac:spMk id="5" creationId="{4D7E8577-B7A9-16F1-09D4-952EC35D30D6}"/>
          </ac:spMkLst>
        </pc:spChg>
        <pc:spChg chg="mod">
          <ac:chgData name="김 성민" userId="7fdd8e68-dbab-4f97-a317-da825b846025" providerId="ADAL" clId="{0536D503-EB41-4543-9C5E-3C4C2BF90393}" dt="2026-03-17T04:03:19.338" v="11830"/>
          <ac:spMkLst>
            <pc:docMk/>
            <pc:sldMk cId="3757797138" sldId="706"/>
            <ac:spMk id="9" creationId="{A173922F-A618-B6B6-DD20-66FD6EC45D8E}"/>
          </ac:spMkLst>
        </pc:spChg>
        <pc:picChg chg="add mod">
          <ac:chgData name="김 성민" userId="7fdd8e68-dbab-4f97-a317-da825b846025" providerId="ADAL" clId="{0536D503-EB41-4543-9C5E-3C4C2BF90393}" dt="2026-03-17T03:59:59.206" v="11595" actId="1076"/>
          <ac:picMkLst>
            <pc:docMk/>
            <pc:sldMk cId="3757797138" sldId="706"/>
            <ac:picMk id="4" creationId="{44D1A9AF-CDD6-B015-4455-206366826736}"/>
          </ac:picMkLst>
        </pc:picChg>
        <pc:picChg chg="del">
          <ac:chgData name="김 성민" userId="7fdd8e68-dbab-4f97-a317-da825b846025" providerId="ADAL" clId="{0536D503-EB41-4543-9C5E-3C4C2BF90393}" dt="2026-03-17T03:56:40.518" v="11399" actId="478"/>
          <ac:picMkLst>
            <pc:docMk/>
            <pc:sldMk cId="3757797138" sldId="706"/>
            <ac:picMk id="10" creationId="{89D36B34-2D53-1959-648C-256B3B4B3148}"/>
          </ac:picMkLst>
        </pc:picChg>
        <pc:picChg chg="add del">
          <ac:chgData name="김 성민" userId="7fdd8e68-dbab-4f97-a317-da825b846025" providerId="ADAL" clId="{0536D503-EB41-4543-9C5E-3C4C2BF90393}" dt="2026-03-17T03:59:42.538" v="11588" actId="478"/>
          <ac:picMkLst>
            <pc:docMk/>
            <pc:sldMk cId="3757797138" sldId="706"/>
            <ac:picMk id="12" creationId="{C52E3D02-85D8-F9C9-7F6F-0AD1750499C9}"/>
          </ac:picMkLst>
        </pc:picChg>
      </pc:sldChg>
      <pc:sldChg chg="addSp delSp modSp add mod">
        <pc:chgData name="김 성민" userId="7fdd8e68-dbab-4f97-a317-da825b846025" providerId="ADAL" clId="{0536D503-EB41-4543-9C5E-3C4C2BF90393}" dt="2026-03-17T03:59:47.824" v="11590"/>
        <pc:sldMkLst>
          <pc:docMk/>
          <pc:sldMk cId="1972183602" sldId="707"/>
        </pc:sldMkLst>
        <pc:spChg chg="mod">
          <ac:chgData name="김 성민" userId="7fdd8e68-dbab-4f97-a317-da825b846025" providerId="ADAL" clId="{0536D503-EB41-4543-9C5E-3C4C2BF90393}" dt="2026-03-17T03:59:27.164" v="11578" actId="20577"/>
          <ac:spMkLst>
            <pc:docMk/>
            <pc:sldMk cId="1972183602" sldId="707"/>
            <ac:spMk id="5" creationId="{A0DB816E-A476-B5D6-0C9A-8982A49834C2}"/>
          </ac:spMkLst>
        </pc:spChg>
        <pc:spChg chg="mod">
          <ac:chgData name="김 성민" userId="7fdd8e68-dbab-4f97-a317-da825b846025" providerId="ADAL" clId="{0536D503-EB41-4543-9C5E-3C4C2BF90393}" dt="2026-03-17T03:59:47.824" v="11590"/>
          <ac:spMkLst>
            <pc:docMk/>
            <pc:sldMk cId="1972183602" sldId="707"/>
            <ac:spMk id="9" creationId="{62567EE6-77E0-9712-E602-222D326535A4}"/>
          </ac:spMkLst>
        </pc:spChg>
        <pc:picChg chg="add mod">
          <ac:chgData name="김 성민" userId="7fdd8e68-dbab-4f97-a317-da825b846025" providerId="ADAL" clId="{0536D503-EB41-4543-9C5E-3C4C2BF90393}" dt="2026-03-17T03:59:40.191" v="11587" actId="1076"/>
          <ac:picMkLst>
            <pc:docMk/>
            <pc:sldMk cId="1972183602" sldId="707"/>
            <ac:picMk id="2" creationId="{D1C3268E-F449-59F9-FBFC-87C2B98F84E2}"/>
          </ac:picMkLst>
        </pc:picChg>
        <pc:picChg chg="del">
          <ac:chgData name="김 성민" userId="7fdd8e68-dbab-4f97-a317-da825b846025" providerId="ADAL" clId="{0536D503-EB41-4543-9C5E-3C4C2BF90393}" dt="2026-03-17T03:59:32.255" v="11582" actId="478"/>
          <ac:picMkLst>
            <pc:docMk/>
            <pc:sldMk cId="1972183602" sldId="707"/>
            <ac:picMk id="10" creationId="{9F11A360-0879-DED0-5766-35F4B3DD168E}"/>
          </ac:picMkLst>
        </pc:picChg>
      </pc:sldChg>
      <pc:sldChg chg="addSp delSp modSp add mod">
        <pc:chgData name="김 성민" userId="7fdd8e68-dbab-4f97-a317-da825b846025" providerId="ADAL" clId="{0536D503-EB41-4543-9C5E-3C4C2BF90393}" dt="2026-03-17T04:04:16.047" v="12079" actId="20577"/>
        <pc:sldMkLst>
          <pc:docMk/>
          <pc:sldMk cId="1199722487" sldId="708"/>
        </pc:sldMkLst>
        <pc:spChg chg="mod">
          <ac:chgData name="김 성민" userId="7fdd8e68-dbab-4f97-a317-da825b846025" providerId="ADAL" clId="{0536D503-EB41-4543-9C5E-3C4C2BF90393}" dt="2026-03-17T04:04:16.047" v="12079" actId="20577"/>
          <ac:spMkLst>
            <pc:docMk/>
            <pc:sldMk cId="1199722487" sldId="708"/>
            <ac:spMk id="5" creationId="{3DCAE172-1865-2609-00FF-4AC3698C912C}"/>
          </ac:spMkLst>
        </pc:spChg>
        <pc:spChg chg="mod">
          <ac:chgData name="김 성민" userId="7fdd8e68-dbab-4f97-a317-da825b846025" providerId="ADAL" clId="{0536D503-EB41-4543-9C5E-3C4C2BF90393}" dt="2026-03-17T04:04:01.718" v="12070" actId="20577"/>
          <ac:spMkLst>
            <pc:docMk/>
            <pc:sldMk cId="1199722487" sldId="708"/>
            <ac:spMk id="9" creationId="{15AC6141-1F98-8A60-675D-F6E3848B8F69}"/>
          </ac:spMkLst>
        </pc:spChg>
        <pc:picChg chg="del">
          <ac:chgData name="김 성민" userId="7fdd8e68-dbab-4f97-a317-da825b846025" providerId="ADAL" clId="{0536D503-EB41-4543-9C5E-3C4C2BF90393}" dt="2026-03-17T04:04:03.032" v="12071" actId="478"/>
          <ac:picMkLst>
            <pc:docMk/>
            <pc:sldMk cId="1199722487" sldId="708"/>
            <ac:picMk id="4" creationId="{B0392E9C-0584-F707-402A-E3F0A127CB32}"/>
          </ac:picMkLst>
        </pc:picChg>
        <pc:picChg chg="add mod">
          <ac:chgData name="김 성민" userId="7fdd8e68-dbab-4f97-a317-da825b846025" providerId="ADAL" clId="{0536D503-EB41-4543-9C5E-3C4C2BF90393}" dt="2026-03-17T04:04:10.829" v="12077" actId="1076"/>
          <ac:picMkLst>
            <pc:docMk/>
            <pc:sldMk cId="1199722487" sldId="708"/>
            <ac:picMk id="10" creationId="{8E6DC61E-E494-4D3E-673E-15FC9DA0331A}"/>
          </ac:picMkLst>
        </pc:picChg>
      </pc:sldChg>
      <pc:sldChg chg="add del">
        <pc:chgData name="김 성민" userId="7fdd8e68-dbab-4f97-a317-da825b846025" providerId="ADAL" clId="{0536D503-EB41-4543-9C5E-3C4C2BF90393}" dt="2026-03-17T04:12:02.577" v="12499" actId="47"/>
        <pc:sldMkLst>
          <pc:docMk/>
          <pc:sldMk cId="4052625617" sldId="709"/>
        </pc:sldMkLst>
      </pc:sldChg>
      <pc:sldChg chg="addSp delSp modSp add mod">
        <pc:chgData name="김 성민" userId="7fdd8e68-dbab-4f97-a317-da825b846025" providerId="ADAL" clId="{0536D503-EB41-4543-9C5E-3C4C2BF90393}" dt="2026-03-17T05:32:17.451" v="15825" actId="5793"/>
        <pc:sldMkLst>
          <pc:docMk/>
          <pc:sldMk cId="454643550" sldId="710"/>
        </pc:sldMkLst>
        <pc:spChg chg="mod">
          <ac:chgData name="김 성민" userId="7fdd8e68-dbab-4f97-a317-da825b846025" providerId="ADAL" clId="{0536D503-EB41-4543-9C5E-3C4C2BF90393}" dt="2026-03-17T04:04:54.743" v="12137" actId="20577"/>
          <ac:spMkLst>
            <pc:docMk/>
            <pc:sldMk cId="454643550" sldId="710"/>
            <ac:spMk id="5" creationId="{67350A98-4A17-3B07-B719-10D8FC73B8C2}"/>
          </ac:spMkLst>
        </pc:spChg>
        <pc:spChg chg="mod">
          <ac:chgData name="김 성민" userId="7fdd8e68-dbab-4f97-a317-da825b846025" providerId="ADAL" clId="{0536D503-EB41-4543-9C5E-3C4C2BF90393}" dt="2026-03-17T05:32:17.451" v="15825" actId="5793"/>
          <ac:spMkLst>
            <pc:docMk/>
            <pc:sldMk cId="454643550" sldId="710"/>
            <ac:spMk id="9" creationId="{0966A7CF-D915-6E9B-92A6-80B8345CFD6C}"/>
          </ac:spMkLst>
        </pc:spChg>
        <pc:picChg chg="add mod">
          <ac:chgData name="김 성민" userId="7fdd8e68-dbab-4f97-a317-da825b846025" providerId="ADAL" clId="{0536D503-EB41-4543-9C5E-3C4C2BF90393}" dt="2026-03-17T04:05:36.976" v="12209" actId="1076"/>
          <ac:picMkLst>
            <pc:docMk/>
            <pc:sldMk cId="454643550" sldId="710"/>
            <ac:picMk id="4" creationId="{76C3AD3A-5096-6EDE-5E9D-6E13E969C5F5}"/>
          </ac:picMkLst>
        </pc:picChg>
        <pc:picChg chg="del">
          <ac:chgData name="김 성민" userId="7fdd8e68-dbab-4f97-a317-da825b846025" providerId="ADAL" clId="{0536D503-EB41-4543-9C5E-3C4C2BF90393}" dt="2026-03-17T04:04:58.088" v="12138" actId="478"/>
          <ac:picMkLst>
            <pc:docMk/>
            <pc:sldMk cId="454643550" sldId="710"/>
            <ac:picMk id="10" creationId="{CCB7973D-BBA7-E27A-4384-59BD32BCBA19}"/>
          </ac:picMkLst>
        </pc:picChg>
        <pc:picChg chg="add mod">
          <ac:chgData name="김 성민" userId="7fdd8e68-dbab-4f97-a317-da825b846025" providerId="ADAL" clId="{0536D503-EB41-4543-9C5E-3C4C2BF90393}" dt="2026-03-17T04:06:26.507" v="12213" actId="1076"/>
          <ac:picMkLst>
            <pc:docMk/>
            <pc:sldMk cId="454643550" sldId="710"/>
            <ac:picMk id="12" creationId="{EEF4C79E-2F01-F415-5B94-D0CF804B32D8}"/>
          </ac:picMkLst>
        </pc:picChg>
      </pc:sldChg>
      <pc:sldChg chg="addSp delSp modSp add mod">
        <pc:chgData name="김 성민" userId="7fdd8e68-dbab-4f97-a317-da825b846025" providerId="ADAL" clId="{0536D503-EB41-4543-9C5E-3C4C2BF90393}" dt="2026-03-17T04:13:24.355" v="12859" actId="478"/>
        <pc:sldMkLst>
          <pc:docMk/>
          <pc:sldMk cId="2651748948" sldId="711"/>
        </pc:sldMkLst>
        <pc:spChg chg="mod">
          <ac:chgData name="김 성민" userId="7fdd8e68-dbab-4f97-a317-da825b846025" providerId="ADAL" clId="{0536D503-EB41-4543-9C5E-3C4C2BF90393}" dt="2026-03-17T04:11:23.583" v="12450" actId="20577"/>
          <ac:spMkLst>
            <pc:docMk/>
            <pc:sldMk cId="2651748948" sldId="711"/>
            <ac:spMk id="5" creationId="{CAB05901-CC54-A629-2F92-16C066993B03}"/>
          </ac:spMkLst>
        </pc:spChg>
        <pc:spChg chg="mod">
          <ac:chgData name="김 성민" userId="7fdd8e68-dbab-4f97-a317-da825b846025" providerId="ADAL" clId="{0536D503-EB41-4543-9C5E-3C4C2BF90393}" dt="2026-03-17T04:13:12.174" v="12857" actId="20577"/>
          <ac:spMkLst>
            <pc:docMk/>
            <pc:sldMk cId="2651748948" sldId="711"/>
            <ac:spMk id="9" creationId="{7C158570-0CB3-237B-FE12-EEA173D7DEE5}"/>
          </ac:spMkLst>
        </pc:spChg>
        <pc:picChg chg="del">
          <ac:chgData name="김 성민" userId="7fdd8e68-dbab-4f97-a317-da825b846025" providerId="ADAL" clId="{0536D503-EB41-4543-9C5E-3C4C2BF90393}" dt="2026-03-17T04:11:24.310" v="12451" actId="478"/>
          <ac:picMkLst>
            <pc:docMk/>
            <pc:sldMk cId="2651748948" sldId="711"/>
            <ac:picMk id="4" creationId="{F74762C3-2E70-D962-737B-47D3A876356E}"/>
          </ac:picMkLst>
        </pc:picChg>
        <pc:picChg chg="add mod">
          <ac:chgData name="김 성민" userId="7fdd8e68-dbab-4f97-a317-da825b846025" providerId="ADAL" clId="{0536D503-EB41-4543-9C5E-3C4C2BF90393}" dt="2026-03-17T04:11:36.933" v="12458" actId="1076"/>
          <ac:picMkLst>
            <pc:docMk/>
            <pc:sldMk cId="2651748948" sldId="711"/>
            <ac:picMk id="10" creationId="{238EDAFF-3C29-A137-3A98-3965F1F101E8}"/>
          </ac:picMkLst>
        </pc:picChg>
        <pc:picChg chg="del">
          <ac:chgData name="김 성민" userId="7fdd8e68-dbab-4f97-a317-da825b846025" providerId="ADAL" clId="{0536D503-EB41-4543-9C5E-3C4C2BF90393}" dt="2026-03-17T04:11:25.362" v="12452" actId="478"/>
          <ac:picMkLst>
            <pc:docMk/>
            <pc:sldMk cId="2651748948" sldId="711"/>
            <ac:picMk id="12" creationId="{59CDC258-FE83-99A2-0E92-5EE9313877B7}"/>
          </ac:picMkLst>
        </pc:picChg>
        <pc:picChg chg="add del">
          <ac:chgData name="김 성민" userId="7fdd8e68-dbab-4f97-a317-da825b846025" providerId="ADAL" clId="{0536D503-EB41-4543-9C5E-3C4C2BF90393}" dt="2026-03-17T04:13:24.355" v="12859" actId="478"/>
          <ac:picMkLst>
            <pc:docMk/>
            <pc:sldMk cId="2651748948" sldId="711"/>
            <ac:picMk id="13" creationId="{7CEB3D32-49CE-94C8-8888-CA47E54170C7}"/>
          </ac:picMkLst>
        </pc:picChg>
      </pc:sldChg>
      <pc:sldChg chg="addSp delSp modSp add mod">
        <pc:chgData name="김 성민" userId="7fdd8e68-dbab-4f97-a317-da825b846025" providerId="ADAL" clId="{0536D503-EB41-4543-9C5E-3C4C2BF90393}" dt="2026-03-17T04:14:28.412" v="13044" actId="1076"/>
        <pc:sldMkLst>
          <pc:docMk/>
          <pc:sldMk cId="897900901" sldId="712"/>
        </pc:sldMkLst>
        <pc:spChg chg="mod">
          <ac:chgData name="김 성민" userId="7fdd8e68-dbab-4f97-a317-da825b846025" providerId="ADAL" clId="{0536D503-EB41-4543-9C5E-3C4C2BF90393}" dt="2026-03-17T04:13:36.839" v="12908" actId="6549"/>
          <ac:spMkLst>
            <pc:docMk/>
            <pc:sldMk cId="897900901" sldId="712"/>
            <ac:spMk id="5" creationId="{A60D18B9-32E7-5C78-4488-4A0E13FE227C}"/>
          </ac:spMkLst>
        </pc:spChg>
        <pc:spChg chg="mod">
          <ac:chgData name="김 성민" userId="7fdd8e68-dbab-4f97-a317-da825b846025" providerId="ADAL" clId="{0536D503-EB41-4543-9C5E-3C4C2BF90393}" dt="2026-03-17T04:14:01.545" v="13039" actId="20577"/>
          <ac:spMkLst>
            <pc:docMk/>
            <pc:sldMk cId="897900901" sldId="712"/>
            <ac:spMk id="9" creationId="{28501E7C-C2EA-3FB5-21D6-34B2D1778243}"/>
          </ac:spMkLst>
        </pc:spChg>
        <pc:picChg chg="add mod">
          <ac:chgData name="김 성민" userId="7fdd8e68-dbab-4f97-a317-da825b846025" providerId="ADAL" clId="{0536D503-EB41-4543-9C5E-3C4C2BF90393}" dt="2026-03-17T04:14:28.412" v="13044" actId="1076"/>
          <ac:picMkLst>
            <pc:docMk/>
            <pc:sldMk cId="897900901" sldId="712"/>
            <ac:picMk id="4" creationId="{716F2918-2538-6508-288F-A62A6C0AFD27}"/>
          </ac:picMkLst>
        </pc:picChg>
        <pc:picChg chg="del mod">
          <ac:chgData name="김 성민" userId="7fdd8e68-dbab-4f97-a317-da825b846025" providerId="ADAL" clId="{0536D503-EB41-4543-9C5E-3C4C2BF90393}" dt="2026-03-17T04:13:38.216" v="12910" actId="478"/>
          <ac:picMkLst>
            <pc:docMk/>
            <pc:sldMk cId="897900901" sldId="712"/>
            <ac:picMk id="10" creationId="{BC2962D8-1C86-3D8D-5F7F-965362B99AA4}"/>
          </ac:picMkLst>
        </pc:picChg>
      </pc:sldChg>
      <pc:sldChg chg="addSp delSp modSp add mod">
        <pc:chgData name="김 성민" userId="7fdd8e68-dbab-4f97-a317-da825b846025" providerId="ADAL" clId="{0536D503-EB41-4543-9C5E-3C4C2BF90393}" dt="2026-03-17T05:23:47.313" v="15585" actId="20577"/>
        <pc:sldMkLst>
          <pc:docMk/>
          <pc:sldMk cId="793296018" sldId="713"/>
        </pc:sldMkLst>
        <pc:spChg chg="mod">
          <ac:chgData name="김 성민" userId="7fdd8e68-dbab-4f97-a317-da825b846025" providerId="ADAL" clId="{0536D503-EB41-4543-9C5E-3C4C2BF90393}" dt="2026-03-17T05:23:47.313" v="15585" actId="20577"/>
          <ac:spMkLst>
            <pc:docMk/>
            <pc:sldMk cId="793296018" sldId="713"/>
            <ac:spMk id="5" creationId="{8CF484F5-FF2B-1514-14DC-144BF8C2897E}"/>
          </ac:spMkLst>
        </pc:spChg>
        <pc:spChg chg="mod">
          <ac:chgData name="김 성민" userId="7fdd8e68-dbab-4f97-a317-da825b846025" providerId="ADAL" clId="{0536D503-EB41-4543-9C5E-3C4C2BF90393}" dt="2026-03-17T05:05:08.228" v="14815" actId="313"/>
          <ac:spMkLst>
            <pc:docMk/>
            <pc:sldMk cId="793296018" sldId="713"/>
            <ac:spMk id="9" creationId="{BDB78B03-818B-66CC-6622-CD97F6E632B4}"/>
          </ac:spMkLst>
        </pc:spChg>
        <pc:picChg chg="add mod">
          <ac:chgData name="김 성민" userId="7fdd8e68-dbab-4f97-a317-da825b846025" providerId="ADAL" clId="{0536D503-EB41-4543-9C5E-3C4C2BF90393}" dt="2026-03-17T05:04:15.886" v="14492" actId="1076"/>
          <ac:picMkLst>
            <pc:docMk/>
            <pc:sldMk cId="793296018" sldId="713"/>
            <ac:picMk id="4" creationId="{B07FA57E-27A2-7CDA-FEF1-60A680ED15A1}"/>
          </ac:picMkLst>
        </pc:picChg>
        <pc:picChg chg="del">
          <ac:chgData name="김 성민" userId="7fdd8e68-dbab-4f97-a317-da825b846025" providerId="ADAL" clId="{0536D503-EB41-4543-9C5E-3C4C2BF90393}" dt="2026-03-17T05:04:09.704" v="14488" actId="478"/>
          <ac:picMkLst>
            <pc:docMk/>
            <pc:sldMk cId="793296018" sldId="713"/>
            <ac:picMk id="10" creationId="{DFB60BDA-1750-6418-97DC-6C021592DA88}"/>
          </ac:picMkLst>
        </pc:picChg>
      </pc:sldChg>
      <pc:sldChg chg="addSp delSp modSp add mod">
        <pc:chgData name="김 성민" userId="7fdd8e68-dbab-4f97-a317-da825b846025" providerId="ADAL" clId="{0536D503-EB41-4543-9C5E-3C4C2BF90393}" dt="2026-03-17T04:38:35.238" v="13543" actId="20577"/>
        <pc:sldMkLst>
          <pc:docMk/>
          <pc:sldMk cId="2910941509" sldId="714"/>
        </pc:sldMkLst>
        <pc:spChg chg="mod">
          <ac:chgData name="김 성민" userId="7fdd8e68-dbab-4f97-a317-da825b846025" providerId="ADAL" clId="{0536D503-EB41-4543-9C5E-3C4C2BF90393}" dt="2026-03-17T04:38:35.238" v="13543" actId="20577"/>
          <ac:spMkLst>
            <pc:docMk/>
            <pc:sldMk cId="2910941509" sldId="714"/>
            <ac:spMk id="5" creationId="{4D727505-A4C8-1BBA-7A79-6A535BA235FE}"/>
          </ac:spMkLst>
        </pc:spChg>
        <pc:spChg chg="mod">
          <ac:chgData name="김 성민" userId="7fdd8e68-dbab-4f97-a317-da825b846025" providerId="ADAL" clId="{0536D503-EB41-4543-9C5E-3C4C2BF90393}" dt="2026-03-17T04:37:25.677" v="13516" actId="20577"/>
          <ac:spMkLst>
            <pc:docMk/>
            <pc:sldMk cId="2910941509" sldId="714"/>
            <ac:spMk id="9" creationId="{9FD0EC8B-7011-47EA-C9DE-40733F3A9FBB}"/>
          </ac:spMkLst>
        </pc:spChg>
        <pc:picChg chg="add del mod">
          <ac:chgData name="김 성민" userId="7fdd8e68-dbab-4f97-a317-da825b846025" providerId="ADAL" clId="{0536D503-EB41-4543-9C5E-3C4C2BF90393}" dt="2026-03-17T04:36:16.589" v="13344" actId="478"/>
          <ac:picMkLst>
            <pc:docMk/>
            <pc:sldMk cId="2910941509" sldId="714"/>
            <ac:picMk id="4" creationId="{089AB98C-3765-B129-C3AC-A6C3A2C8F07B}"/>
          </ac:picMkLst>
        </pc:picChg>
        <pc:picChg chg="add mod">
          <ac:chgData name="김 성민" userId="7fdd8e68-dbab-4f97-a317-da825b846025" providerId="ADAL" clId="{0536D503-EB41-4543-9C5E-3C4C2BF90393}" dt="2026-03-17T04:36:44.374" v="13410" actId="1076"/>
          <ac:picMkLst>
            <pc:docMk/>
            <pc:sldMk cId="2910941509" sldId="714"/>
            <ac:picMk id="11" creationId="{7B2E7469-FD19-063A-C746-610CC2AA7910}"/>
          </ac:picMkLst>
        </pc:picChg>
        <pc:picChg chg="del">
          <ac:chgData name="김 성민" userId="7fdd8e68-dbab-4f97-a317-da825b846025" providerId="ADAL" clId="{0536D503-EB41-4543-9C5E-3C4C2BF90393}" dt="2026-03-17T04:35:18.594" v="13210" actId="478"/>
          <ac:picMkLst>
            <pc:docMk/>
            <pc:sldMk cId="2910941509" sldId="714"/>
            <ac:picMk id="12" creationId="{7AD9BE10-10AD-9FAD-1445-CCC46B40B83F}"/>
          </ac:picMkLst>
        </pc:picChg>
        <pc:picChg chg="add mod">
          <ac:chgData name="김 성민" userId="7fdd8e68-dbab-4f97-a317-da825b846025" providerId="ADAL" clId="{0536D503-EB41-4543-9C5E-3C4C2BF90393}" dt="2026-03-17T04:37:08.870" v="13414" actId="1076"/>
          <ac:picMkLst>
            <pc:docMk/>
            <pc:sldMk cId="2910941509" sldId="714"/>
            <ac:picMk id="14" creationId="{84D1CFDD-8F2D-B51E-B595-B07F958935F6}"/>
          </ac:picMkLst>
        </pc:picChg>
      </pc:sldChg>
      <pc:sldChg chg="addSp delSp modSp add mod">
        <pc:chgData name="김 성민" userId="7fdd8e68-dbab-4f97-a317-da825b846025" providerId="ADAL" clId="{0536D503-EB41-4543-9C5E-3C4C2BF90393}" dt="2026-03-17T05:02:05.440" v="14421" actId="20577"/>
        <pc:sldMkLst>
          <pc:docMk/>
          <pc:sldMk cId="2688132894" sldId="715"/>
        </pc:sldMkLst>
        <pc:spChg chg="mod">
          <ac:chgData name="김 성민" userId="7fdd8e68-dbab-4f97-a317-da825b846025" providerId="ADAL" clId="{0536D503-EB41-4543-9C5E-3C4C2BF90393}" dt="2026-03-17T05:02:05.440" v="14421" actId="20577"/>
          <ac:spMkLst>
            <pc:docMk/>
            <pc:sldMk cId="2688132894" sldId="715"/>
            <ac:spMk id="5" creationId="{88367FF7-B3CA-773C-60F4-F95E2AE274FF}"/>
          </ac:spMkLst>
        </pc:spChg>
        <pc:spChg chg="mod">
          <ac:chgData name="김 성민" userId="7fdd8e68-dbab-4f97-a317-da825b846025" providerId="ADAL" clId="{0536D503-EB41-4543-9C5E-3C4C2BF90393}" dt="2026-03-17T04:41:32.759" v="13687" actId="20577"/>
          <ac:spMkLst>
            <pc:docMk/>
            <pc:sldMk cId="2688132894" sldId="715"/>
            <ac:spMk id="9" creationId="{3BC50843-6EA5-5E08-B356-221BF279FCA9}"/>
          </ac:spMkLst>
        </pc:spChg>
        <pc:picChg chg="add mod">
          <ac:chgData name="김 성민" userId="7fdd8e68-dbab-4f97-a317-da825b846025" providerId="ADAL" clId="{0536D503-EB41-4543-9C5E-3C4C2BF90393}" dt="2026-03-17T04:41:16.770" v="13577" actId="1076"/>
          <ac:picMkLst>
            <pc:docMk/>
            <pc:sldMk cId="2688132894" sldId="715"/>
            <ac:picMk id="4" creationId="{4685C08E-9754-010F-4B1C-63E62730A184}"/>
          </ac:picMkLst>
        </pc:picChg>
        <pc:picChg chg="del">
          <ac:chgData name="김 성민" userId="7fdd8e68-dbab-4f97-a317-da825b846025" providerId="ADAL" clId="{0536D503-EB41-4543-9C5E-3C4C2BF90393}" dt="2026-03-17T04:40:54.987" v="13572" actId="478"/>
          <ac:picMkLst>
            <pc:docMk/>
            <pc:sldMk cId="2688132894" sldId="715"/>
            <ac:picMk id="11" creationId="{55BFEC84-348D-FFED-DFB8-2FBC09534489}"/>
          </ac:picMkLst>
        </pc:picChg>
        <pc:picChg chg="del">
          <ac:chgData name="김 성민" userId="7fdd8e68-dbab-4f97-a317-da825b846025" providerId="ADAL" clId="{0536D503-EB41-4543-9C5E-3C4C2BF90393}" dt="2026-03-17T04:40:55.287" v="13573" actId="478"/>
          <ac:picMkLst>
            <pc:docMk/>
            <pc:sldMk cId="2688132894" sldId="715"/>
            <ac:picMk id="14" creationId="{687EB49E-33F7-A4C7-6636-41770957B3E2}"/>
          </ac:picMkLst>
        </pc:picChg>
      </pc:sldChg>
      <pc:sldChg chg="addSp delSp modSp add mod">
        <pc:chgData name="김 성민" userId="7fdd8e68-dbab-4f97-a317-da825b846025" providerId="ADAL" clId="{0536D503-EB41-4543-9C5E-3C4C2BF90393}" dt="2026-03-17T05:02:11.880" v="14450" actId="20577"/>
        <pc:sldMkLst>
          <pc:docMk/>
          <pc:sldMk cId="1939712270" sldId="716"/>
        </pc:sldMkLst>
        <pc:spChg chg="mod">
          <ac:chgData name="김 성민" userId="7fdd8e68-dbab-4f97-a317-da825b846025" providerId="ADAL" clId="{0536D503-EB41-4543-9C5E-3C4C2BF90393}" dt="2026-03-17T05:02:11.880" v="14450" actId="20577"/>
          <ac:spMkLst>
            <pc:docMk/>
            <pc:sldMk cId="1939712270" sldId="716"/>
            <ac:spMk id="5" creationId="{80E27E14-3F65-85DA-54CF-2D1380D2798E}"/>
          </ac:spMkLst>
        </pc:spChg>
        <pc:spChg chg="mod">
          <ac:chgData name="김 성민" userId="7fdd8e68-dbab-4f97-a317-da825b846025" providerId="ADAL" clId="{0536D503-EB41-4543-9C5E-3C4C2BF90393}" dt="2026-03-17T04:53:44.027" v="14347" actId="20577"/>
          <ac:spMkLst>
            <pc:docMk/>
            <pc:sldMk cId="1939712270" sldId="716"/>
            <ac:spMk id="9" creationId="{5882C927-3D4A-06B9-BCFB-00A95129E92D}"/>
          </ac:spMkLst>
        </pc:spChg>
        <pc:picChg chg="del mod">
          <ac:chgData name="김 성민" userId="7fdd8e68-dbab-4f97-a317-da825b846025" providerId="ADAL" clId="{0536D503-EB41-4543-9C5E-3C4C2BF90393}" dt="2026-03-17T04:42:52.521" v="13701" actId="478"/>
          <ac:picMkLst>
            <pc:docMk/>
            <pc:sldMk cId="1939712270" sldId="716"/>
            <ac:picMk id="4" creationId="{AB3688B5-D82F-B6DB-ECD4-FFB6AA03528D}"/>
          </ac:picMkLst>
        </pc:picChg>
        <pc:picChg chg="add del mod">
          <ac:chgData name="김 성민" userId="7fdd8e68-dbab-4f97-a317-da825b846025" providerId="ADAL" clId="{0536D503-EB41-4543-9C5E-3C4C2BF90393}" dt="2026-03-17T04:53:19.375" v="14314" actId="478"/>
          <ac:picMkLst>
            <pc:docMk/>
            <pc:sldMk cId="1939712270" sldId="716"/>
            <ac:picMk id="10" creationId="{027D369B-3B8C-F8C6-BC35-C51E4AC1073D}"/>
          </ac:picMkLst>
        </pc:picChg>
        <pc:picChg chg="add mod">
          <ac:chgData name="김 성민" userId="7fdd8e68-dbab-4f97-a317-da825b846025" providerId="ADAL" clId="{0536D503-EB41-4543-9C5E-3C4C2BF90393}" dt="2026-03-17T04:53:29.008" v="14321" actId="1076"/>
          <ac:picMkLst>
            <pc:docMk/>
            <pc:sldMk cId="1939712270" sldId="716"/>
            <ac:picMk id="12" creationId="{6722E46C-4805-D3C0-9B3C-EE7719F13B48}"/>
          </ac:picMkLst>
        </pc:picChg>
      </pc:sldChg>
      <pc:sldChg chg="addSp delSp modSp add del mod">
        <pc:chgData name="김 성민" userId="7fdd8e68-dbab-4f97-a317-da825b846025" providerId="ADAL" clId="{0536D503-EB41-4543-9C5E-3C4C2BF90393}" dt="2026-03-17T05:02:19.304" v="14477" actId="20577"/>
        <pc:sldMkLst>
          <pc:docMk/>
          <pc:sldMk cId="661275942" sldId="717"/>
        </pc:sldMkLst>
        <pc:spChg chg="mod">
          <ac:chgData name="김 성민" userId="7fdd8e68-dbab-4f97-a317-da825b846025" providerId="ADAL" clId="{0536D503-EB41-4543-9C5E-3C4C2BF90393}" dt="2026-03-17T05:02:19.304" v="14477" actId="20577"/>
          <ac:spMkLst>
            <pc:docMk/>
            <pc:sldMk cId="661275942" sldId="717"/>
            <ac:spMk id="5" creationId="{7A777810-AAC5-8F3F-776E-3F9FF34ACACF}"/>
          </ac:spMkLst>
        </pc:spChg>
        <pc:spChg chg="mod">
          <ac:chgData name="김 성민" userId="7fdd8e68-dbab-4f97-a317-da825b846025" providerId="ADAL" clId="{0536D503-EB41-4543-9C5E-3C4C2BF90393}" dt="2026-03-17T04:45:52.188" v="14069" actId="20577"/>
          <ac:spMkLst>
            <pc:docMk/>
            <pc:sldMk cId="661275942" sldId="717"/>
            <ac:spMk id="9" creationId="{83E3A43B-BB12-36D2-FFA3-A71C546F2218}"/>
          </ac:spMkLst>
        </pc:spChg>
        <pc:picChg chg="del">
          <ac:chgData name="김 성민" userId="7fdd8e68-dbab-4f97-a317-da825b846025" providerId="ADAL" clId="{0536D503-EB41-4543-9C5E-3C4C2BF90393}" dt="2026-03-17T04:45:00.186" v="13763" actId="478"/>
          <ac:picMkLst>
            <pc:docMk/>
            <pc:sldMk cId="661275942" sldId="717"/>
            <ac:picMk id="4" creationId="{C0C3EFCD-7A36-D92E-80A8-DE0C7ED2509B}"/>
          </ac:picMkLst>
        </pc:picChg>
        <pc:picChg chg="add del mod">
          <ac:chgData name="김 성민" userId="7fdd8e68-dbab-4f97-a317-da825b846025" providerId="ADAL" clId="{0536D503-EB41-4543-9C5E-3C4C2BF90393}" dt="2026-03-17T04:54:34.715" v="14349" actId="478"/>
          <ac:picMkLst>
            <pc:docMk/>
            <pc:sldMk cId="661275942" sldId="717"/>
            <ac:picMk id="10" creationId="{531B4E5B-8AE0-DF70-96A4-FF2858B47E26}"/>
          </ac:picMkLst>
        </pc:picChg>
        <pc:picChg chg="add mod">
          <ac:chgData name="김 성민" userId="7fdd8e68-dbab-4f97-a317-da825b846025" providerId="ADAL" clId="{0536D503-EB41-4543-9C5E-3C4C2BF90393}" dt="2026-03-17T04:54:45.868" v="14354" actId="1076"/>
          <ac:picMkLst>
            <pc:docMk/>
            <pc:sldMk cId="661275942" sldId="717"/>
            <ac:picMk id="12" creationId="{69CFC030-4BFC-BBCA-67BB-FDB25878AD03}"/>
          </ac:picMkLst>
        </pc:picChg>
      </pc:sldChg>
      <pc:sldChg chg="addSp delSp modSp add mod">
        <pc:chgData name="김 성민" userId="7fdd8e68-dbab-4f97-a317-da825b846025" providerId="ADAL" clId="{0536D503-EB41-4543-9C5E-3C4C2BF90393}" dt="2026-03-17T05:02:22.160" v="14483" actId="20577"/>
        <pc:sldMkLst>
          <pc:docMk/>
          <pc:sldMk cId="3701742427" sldId="718"/>
        </pc:sldMkLst>
        <pc:spChg chg="mod">
          <ac:chgData name="김 성민" userId="7fdd8e68-dbab-4f97-a317-da825b846025" providerId="ADAL" clId="{0536D503-EB41-4543-9C5E-3C4C2BF90393}" dt="2026-03-17T05:02:22.160" v="14483" actId="20577"/>
          <ac:spMkLst>
            <pc:docMk/>
            <pc:sldMk cId="3701742427" sldId="718"/>
            <ac:spMk id="5" creationId="{E291E0E5-CF00-31F7-6201-6D7703E64E7F}"/>
          </ac:spMkLst>
        </pc:spChg>
        <pc:spChg chg="mod">
          <ac:chgData name="김 성민" userId="7fdd8e68-dbab-4f97-a317-da825b846025" providerId="ADAL" clId="{0536D503-EB41-4543-9C5E-3C4C2BF90393}" dt="2026-03-17T04:48:20.723" v="14159" actId="20577"/>
          <ac:spMkLst>
            <pc:docMk/>
            <pc:sldMk cId="3701742427" sldId="718"/>
            <ac:spMk id="9" creationId="{7C1174C4-D32A-E977-872C-A1FE3971371C}"/>
          </ac:spMkLst>
        </pc:spChg>
        <pc:picChg chg="add mod">
          <ac:chgData name="김 성민" userId="7fdd8e68-dbab-4f97-a317-da825b846025" providerId="ADAL" clId="{0536D503-EB41-4543-9C5E-3C4C2BF90393}" dt="2026-03-17T04:48:00.785" v="14080" actId="1076"/>
          <ac:picMkLst>
            <pc:docMk/>
            <pc:sldMk cId="3701742427" sldId="718"/>
            <ac:picMk id="4" creationId="{832D9FBB-A8D7-CBD7-3C1F-520E64BAB723}"/>
          </ac:picMkLst>
        </pc:picChg>
        <pc:picChg chg="del">
          <ac:chgData name="김 성민" userId="7fdd8e68-dbab-4f97-a317-da825b846025" providerId="ADAL" clId="{0536D503-EB41-4543-9C5E-3C4C2BF90393}" dt="2026-03-17T04:47:51.158" v="14076" actId="478"/>
          <ac:picMkLst>
            <pc:docMk/>
            <pc:sldMk cId="3701742427" sldId="718"/>
            <ac:picMk id="10" creationId="{BE3A2EC3-1082-F391-0DB5-DE1D6E87EE5D}"/>
          </ac:picMkLst>
        </pc:picChg>
      </pc:sldChg>
      <pc:sldChg chg="addSp delSp modSp add del mod">
        <pc:chgData name="김 성민" userId="7fdd8e68-dbab-4f97-a317-da825b846025" providerId="ADAL" clId="{0536D503-EB41-4543-9C5E-3C4C2BF90393}" dt="2026-03-17T05:32:56.474" v="15826" actId="47"/>
        <pc:sldMkLst>
          <pc:docMk/>
          <pc:sldMk cId="2791351941" sldId="719"/>
        </pc:sldMkLst>
        <pc:spChg chg="mod">
          <ac:chgData name="김 성민" userId="7fdd8e68-dbab-4f97-a317-da825b846025" providerId="ADAL" clId="{0536D503-EB41-4543-9C5E-3C4C2BF90393}" dt="2026-03-17T04:49:16.390" v="14162" actId="20577"/>
          <ac:spMkLst>
            <pc:docMk/>
            <pc:sldMk cId="2791351941" sldId="719"/>
            <ac:spMk id="5" creationId="{067CCAE8-4051-730F-0EFE-8BD0E9889FE6}"/>
          </ac:spMkLst>
        </pc:spChg>
        <pc:spChg chg="mod">
          <ac:chgData name="김 성민" userId="7fdd8e68-dbab-4f97-a317-da825b846025" providerId="ADAL" clId="{0536D503-EB41-4543-9C5E-3C4C2BF90393}" dt="2026-03-17T04:49:51.188" v="14313" actId="20577"/>
          <ac:spMkLst>
            <pc:docMk/>
            <pc:sldMk cId="2791351941" sldId="719"/>
            <ac:spMk id="9" creationId="{DF40E587-5AFE-D640-C893-5490050C6B3D}"/>
          </ac:spMkLst>
        </pc:spChg>
        <pc:picChg chg="del">
          <ac:chgData name="김 성민" userId="7fdd8e68-dbab-4f97-a317-da825b846025" providerId="ADAL" clId="{0536D503-EB41-4543-9C5E-3C4C2BF90393}" dt="2026-03-17T04:49:17.392" v="14163" actId="478"/>
          <ac:picMkLst>
            <pc:docMk/>
            <pc:sldMk cId="2791351941" sldId="719"/>
            <ac:picMk id="4" creationId="{E5E179F2-4628-7B5A-7DF2-54A6A3829AB5}"/>
          </ac:picMkLst>
        </pc:picChg>
        <pc:picChg chg="add mod">
          <ac:chgData name="김 성민" userId="7fdd8e68-dbab-4f97-a317-da825b846025" providerId="ADAL" clId="{0536D503-EB41-4543-9C5E-3C4C2BF90393}" dt="2026-03-17T04:49:26.586" v="14169" actId="1076"/>
          <ac:picMkLst>
            <pc:docMk/>
            <pc:sldMk cId="2791351941" sldId="719"/>
            <ac:picMk id="10" creationId="{681108B2-43D9-C508-1704-9441C4CA9BBB}"/>
          </ac:picMkLst>
        </pc:picChg>
      </pc:sldChg>
      <pc:sldChg chg="add">
        <pc:chgData name="김 성민" userId="7fdd8e68-dbab-4f97-a317-da825b846025" providerId="ADAL" clId="{0536D503-EB41-4543-9C5E-3C4C2BF90393}" dt="2026-03-17T04:55:48.762" v="14355"/>
        <pc:sldMkLst>
          <pc:docMk/>
          <pc:sldMk cId="2964938809" sldId="720"/>
        </pc:sldMkLst>
      </pc:sldChg>
      <pc:sldChg chg="addSp delSp modSp add mod">
        <pc:chgData name="김 성민" userId="7fdd8e68-dbab-4f97-a317-da825b846025" providerId="ADAL" clId="{0536D503-EB41-4543-9C5E-3C4C2BF90393}" dt="2026-03-17T05:23:49.736" v="15589" actId="20577"/>
        <pc:sldMkLst>
          <pc:docMk/>
          <pc:sldMk cId="2362179613" sldId="721"/>
        </pc:sldMkLst>
        <pc:spChg chg="mod">
          <ac:chgData name="김 성민" userId="7fdd8e68-dbab-4f97-a317-da825b846025" providerId="ADAL" clId="{0536D503-EB41-4543-9C5E-3C4C2BF90393}" dt="2026-03-17T05:23:49.736" v="15589" actId="20577"/>
          <ac:spMkLst>
            <pc:docMk/>
            <pc:sldMk cId="2362179613" sldId="721"/>
            <ac:spMk id="5" creationId="{3392E83F-A7A8-EF73-F24C-91D56E63AEE7}"/>
          </ac:spMkLst>
        </pc:spChg>
        <pc:spChg chg="mod">
          <ac:chgData name="김 성민" userId="7fdd8e68-dbab-4f97-a317-da825b846025" providerId="ADAL" clId="{0536D503-EB41-4543-9C5E-3C4C2BF90393}" dt="2026-03-17T05:06:17.435" v="14923" actId="20577"/>
          <ac:spMkLst>
            <pc:docMk/>
            <pc:sldMk cId="2362179613" sldId="721"/>
            <ac:spMk id="9" creationId="{5AE801C2-B214-BCBD-E469-ABC62EB5404A}"/>
          </ac:spMkLst>
        </pc:spChg>
        <pc:picChg chg="del">
          <ac:chgData name="김 성민" userId="7fdd8e68-dbab-4f97-a317-da825b846025" providerId="ADAL" clId="{0536D503-EB41-4543-9C5E-3C4C2BF90393}" dt="2026-03-17T05:05:48.458" v="14819" actId="478"/>
          <ac:picMkLst>
            <pc:docMk/>
            <pc:sldMk cId="2362179613" sldId="721"/>
            <ac:picMk id="4" creationId="{0CA5B574-ED18-F4F0-09A6-6DE955A6517E}"/>
          </ac:picMkLst>
        </pc:picChg>
        <pc:picChg chg="add mod">
          <ac:chgData name="김 성민" userId="7fdd8e68-dbab-4f97-a317-da825b846025" providerId="ADAL" clId="{0536D503-EB41-4543-9C5E-3C4C2BF90393}" dt="2026-03-17T05:05:52.689" v="14822" actId="1076"/>
          <ac:picMkLst>
            <pc:docMk/>
            <pc:sldMk cId="2362179613" sldId="721"/>
            <ac:picMk id="10" creationId="{4BF15A77-22A9-5206-BE69-CDA778DA5E1F}"/>
          </ac:picMkLst>
        </pc:picChg>
      </pc:sldChg>
      <pc:sldChg chg="addSp delSp modSp add mod ord">
        <pc:chgData name="김 성민" userId="7fdd8e68-dbab-4f97-a317-da825b846025" providerId="ADAL" clId="{0536D503-EB41-4543-9C5E-3C4C2BF90393}" dt="2026-03-17T05:16:10.571" v="15025" actId="20577"/>
        <pc:sldMkLst>
          <pc:docMk/>
          <pc:sldMk cId="2060700878" sldId="722"/>
        </pc:sldMkLst>
        <pc:spChg chg="mod">
          <ac:chgData name="김 성민" userId="7fdd8e68-dbab-4f97-a317-da825b846025" providerId="ADAL" clId="{0536D503-EB41-4543-9C5E-3C4C2BF90393}" dt="2026-03-17T05:16:10.571" v="15025" actId="20577"/>
          <ac:spMkLst>
            <pc:docMk/>
            <pc:sldMk cId="2060700878" sldId="722"/>
            <ac:spMk id="5" creationId="{CD9036BE-70F6-6D0C-902C-B8FCC11EEB71}"/>
          </ac:spMkLst>
        </pc:spChg>
        <pc:spChg chg="mod">
          <ac:chgData name="김 성민" userId="7fdd8e68-dbab-4f97-a317-da825b846025" providerId="ADAL" clId="{0536D503-EB41-4543-9C5E-3C4C2BF90393}" dt="2026-03-17T05:15:47.253" v="15018" actId="20577"/>
          <ac:spMkLst>
            <pc:docMk/>
            <pc:sldMk cId="2060700878" sldId="722"/>
            <ac:spMk id="9" creationId="{486DCF52-656A-5884-1CF4-DF914AF6B3F8}"/>
          </ac:spMkLst>
        </pc:spChg>
        <pc:picChg chg="del">
          <ac:chgData name="김 성민" userId="7fdd8e68-dbab-4f97-a317-da825b846025" providerId="ADAL" clId="{0536D503-EB41-4543-9C5E-3C4C2BF90393}" dt="2026-03-17T05:16:02.803" v="15019" actId="478"/>
          <ac:picMkLst>
            <pc:docMk/>
            <pc:sldMk cId="2060700878" sldId="722"/>
            <ac:picMk id="4" creationId="{6D028FEE-144F-F93C-B75A-CCD59A599C6D}"/>
          </ac:picMkLst>
        </pc:picChg>
        <pc:picChg chg="add mod">
          <ac:chgData name="김 성민" userId="7fdd8e68-dbab-4f97-a317-da825b846025" providerId="ADAL" clId="{0536D503-EB41-4543-9C5E-3C4C2BF90393}" dt="2026-03-17T05:16:06.102" v="15022" actId="1076"/>
          <ac:picMkLst>
            <pc:docMk/>
            <pc:sldMk cId="2060700878" sldId="722"/>
            <ac:picMk id="10" creationId="{3F2EB2D9-4F97-E0B7-EA06-A015777EB805}"/>
          </ac:picMkLst>
        </pc:picChg>
      </pc:sldChg>
      <pc:sldChg chg="addSp delSp modSp add mod">
        <pc:chgData name="김 성민" userId="7fdd8e68-dbab-4f97-a317-da825b846025" providerId="ADAL" clId="{0536D503-EB41-4543-9C5E-3C4C2BF90393}" dt="2026-03-17T05:17:30.701" v="15190" actId="20577"/>
        <pc:sldMkLst>
          <pc:docMk/>
          <pc:sldMk cId="641487575" sldId="723"/>
        </pc:sldMkLst>
        <pc:spChg chg="mod">
          <ac:chgData name="김 성민" userId="7fdd8e68-dbab-4f97-a317-da825b846025" providerId="ADAL" clId="{0536D503-EB41-4543-9C5E-3C4C2BF90393}" dt="2026-03-17T05:16:13.696" v="15027" actId="20577"/>
          <ac:spMkLst>
            <pc:docMk/>
            <pc:sldMk cId="641487575" sldId="723"/>
            <ac:spMk id="5" creationId="{CF6EC7D6-7516-7C48-735F-CC9651BB3A97}"/>
          </ac:spMkLst>
        </pc:spChg>
        <pc:spChg chg="mod">
          <ac:chgData name="김 성민" userId="7fdd8e68-dbab-4f97-a317-da825b846025" providerId="ADAL" clId="{0536D503-EB41-4543-9C5E-3C4C2BF90393}" dt="2026-03-17T05:17:30.701" v="15190" actId="20577"/>
          <ac:spMkLst>
            <pc:docMk/>
            <pc:sldMk cId="641487575" sldId="723"/>
            <ac:spMk id="9" creationId="{1177501D-FE48-71CE-FFA9-E6E2C604CBE6}"/>
          </ac:spMkLst>
        </pc:spChg>
        <pc:picChg chg="add mod">
          <ac:chgData name="김 성민" userId="7fdd8e68-dbab-4f97-a317-da825b846025" providerId="ADAL" clId="{0536D503-EB41-4543-9C5E-3C4C2BF90393}" dt="2026-03-17T05:17:01.360" v="15033" actId="1076"/>
          <ac:picMkLst>
            <pc:docMk/>
            <pc:sldMk cId="641487575" sldId="723"/>
            <ac:picMk id="4" creationId="{1DFF2977-E5CB-DAB5-0AEF-CA0CA5543169}"/>
          </ac:picMkLst>
        </pc:picChg>
        <pc:picChg chg="del">
          <ac:chgData name="김 성민" userId="7fdd8e68-dbab-4f97-a317-da825b846025" providerId="ADAL" clId="{0536D503-EB41-4543-9C5E-3C4C2BF90393}" dt="2026-03-17T05:16:54.617" v="15029" actId="478"/>
          <ac:picMkLst>
            <pc:docMk/>
            <pc:sldMk cId="641487575" sldId="723"/>
            <ac:picMk id="10" creationId="{0C127BC7-BEEA-6F40-D942-6A8DC1586BAE}"/>
          </ac:picMkLst>
        </pc:picChg>
      </pc:sldChg>
      <pc:sldChg chg="modSp add mod">
        <pc:chgData name="김 성민" userId="7fdd8e68-dbab-4f97-a317-da825b846025" providerId="ADAL" clId="{0536D503-EB41-4543-9C5E-3C4C2BF90393}" dt="2026-03-17T05:20:12.733" v="15227" actId="20577"/>
        <pc:sldMkLst>
          <pc:docMk/>
          <pc:sldMk cId="3241725657" sldId="724"/>
        </pc:sldMkLst>
        <pc:spChg chg="mod">
          <ac:chgData name="김 성민" userId="7fdd8e68-dbab-4f97-a317-da825b846025" providerId="ADAL" clId="{0536D503-EB41-4543-9C5E-3C4C2BF90393}" dt="2026-03-17T05:20:12.733" v="15227" actId="20577"/>
          <ac:spMkLst>
            <pc:docMk/>
            <pc:sldMk cId="3241725657" sldId="724"/>
            <ac:spMk id="5" creationId="{C358F554-A820-02FC-C953-DC2C7B6AFDF9}"/>
          </ac:spMkLst>
        </pc:spChg>
      </pc:sldChg>
      <pc:sldChg chg="addSp delSp modSp add mod">
        <pc:chgData name="김 성민" userId="7fdd8e68-dbab-4f97-a317-da825b846025" providerId="ADAL" clId="{0536D503-EB41-4543-9C5E-3C4C2BF90393}" dt="2026-03-17T05:21:11.805" v="15345" actId="20577"/>
        <pc:sldMkLst>
          <pc:docMk/>
          <pc:sldMk cId="4217569070" sldId="725"/>
        </pc:sldMkLst>
        <pc:spChg chg="mod">
          <ac:chgData name="김 성민" userId="7fdd8e68-dbab-4f97-a317-da825b846025" providerId="ADAL" clId="{0536D503-EB41-4543-9C5E-3C4C2BF90393}" dt="2026-03-17T05:20:25.396" v="15230" actId="20577"/>
          <ac:spMkLst>
            <pc:docMk/>
            <pc:sldMk cId="4217569070" sldId="725"/>
            <ac:spMk id="5" creationId="{90146208-0373-E82E-6EC5-3118803E03FE}"/>
          </ac:spMkLst>
        </pc:spChg>
        <pc:spChg chg="mod">
          <ac:chgData name="김 성민" userId="7fdd8e68-dbab-4f97-a317-da825b846025" providerId="ADAL" clId="{0536D503-EB41-4543-9C5E-3C4C2BF90393}" dt="2026-03-17T05:21:11.805" v="15345" actId="20577"/>
          <ac:spMkLst>
            <pc:docMk/>
            <pc:sldMk cId="4217569070" sldId="725"/>
            <ac:spMk id="9" creationId="{1B787118-E8E2-213B-BAEA-59C08697D81B}"/>
          </ac:spMkLst>
        </pc:spChg>
        <pc:picChg chg="del">
          <ac:chgData name="김 성민" userId="7fdd8e68-dbab-4f97-a317-da825b846025" providerId="ADAL" clId="{0536D503-EB41-4543-9C5E-3C4C2BF90393}" dt="2026-03-17T05:20:41.773" v="15231" actId="478"/>
          <ac:picMkLst>
            <pc:docMk/>
            <pc:sldMk cId="4217569070" sldId="725"/>
            <ac:picMk id="4" creationId="{AE19F047-D656-F42A-999D-834EE16A6651}"/>
          </ac:picMkLst>
        </pc:picChg>
        <pc:picChg chg="add mod">
          <ac:chgData name="김 성민" userId="7fdd8e68-dbab-4f97-a317-da825b846025" providerId="ADAL" clId="{0536D503-EB41-4543-9C5E-3C4C2BF90393}" dt="2026-03-17T05:20:49.706" v="15236" actId="1076"/>
          <ac:picMkLst>
            <pc:docMk/>
            <pc:sldMk cId="4217569070" sldId="725"/>
            <ac:picMk id="10" creationId="{29C56F00-8F76-FA4E-8C57-4F0CC211BDC4}"/>
          </ac:picMkLst>
        </pc:picChg>
      </pc:sldChg>
      <pc:sldChg chg="addSp delSp modSp add mod">
        <pc:chgData name="김 성민" userId="7fdd8e68-dbab-4f97-a317-da825b846025" providerId="ADAL" clId="{0536D503-EB41-4543-9C5E-3C4C2BF90393}" dt="2026-03-17T05:22:38.805" v="15579" actId="20577"/>
        <pc:sldMkLst>
          <pc:docMk/>
          <pc:sldMk cId="3773540429" sldId="726"/>
        </pc:sldMkLst>
        <pc:spChg chg="mod">
          <ac:chgData name="김 성민" userId="7fdd8e68-dbab-4f97-a317-da825b846025" providerId="ADAL" clId="{0536D503-EB41-4543-9C5E-3C4C2BF90393}" dt="2026-03-17T05:21:32.514" v="15348" actId="20577"/>
          <ac:spMkLst>
            <pc:docMk/>
            <pc:sldMk cId="3773540429" sldId="726"/>
            <ac:spMk id="5" creationId="{C52CF7B8-0EFE-A65E-25E8-29499592BF70}"/>
          </ac:spMkLst>
        </pc:spChg>
        <pc:spChg chg="mod">
          <ac:chgData name="김 성민" userId="7fdd8e68-dbab-4f97-a317-da825b846025" providerId="ADAL" clId="{0536D503-EB41-4543-9C5E-3C4C2BF90393}" dt="2026-03-17T05:22:38.805" v="15579" actId="20577"/>
          <ac:spMkLst>
            <pc:docMk/>
            <pc:sldMk cId="3773540429" sldId="726"/>
            <ac:spMk id="9" creationId="{FEE9C7B1-0E11-F94E-A8C1-9A691AE4130C}"/>
          </ac:spMkLst>
        </pc:spChg>
        <pc:picChg chg="add mod">
          <ac:chgData name="김 성민" userId="7fdd8e68-dbab-4f97-a317-da825b846025" providerId="ADAL" clId="{0536D503-EB41-4543-9C5E-3C4C2BF90393}" dt="2026-03-17T05:21:55.662" v="15354" actId="1076"/>
          <ac:picMkLst>
            <pc:docMk/>
            <pc:sldMk cId="3773540429" sldId="726"/>
            <ac:picMk id="4" creationId="{35FC19E4-C952-85B7-758F-449E13B8D784}"/>
          </ac:picMkLst>
        </pc:picChg>
        <pc:picChg chg="del">
          <ac:chgData name="김 성민" userId="7fdd8e68-dbab-4f97-a317-da825b846025" providerId="ADAL" clId="{0536D503-EB41-4543-9C5E-3C4C2BF90393}" dt="2026-03-17T05:21:49.693" v="15350" actId="478"/>
          <ac:picMkLst>
            <pc:docMk/>
            <pc:sldMk cId="3773540429" sldId="726"/>
            <ac:picMk id="10" creationId="{5739F272-68D6-E3C1-3AE9-4240B8830D90}"/>
          </ac:picMkLst>
        </pc:picChg>
      </pc:sldChg>
      <pc:sldChg chg="addSp delSp modSp add mod">
        <pc:chgData name="김 성민" userId="7fdd8e68-dbab-4f97-a317-da825b846025" providerId="ADAL" clId="{0536D503-EB41-4543-9C5E-3C4C2BF90393}" dt="2026-03-17T05:33:51.444" v="15861" actId="20577"/>
        <pc:sldMkLst>
          <pc:docMk/>
          <pc:sldMk cId="4271007093" sldId="727"/>
        </pc:sldMkLst>
        <pc:spChg chg="mod">
          <ac:chgData name="김 성민" userId="7fdd8e68-dbab-4f97-a317-da825b846025" providerId="ADAL" clId="{0536D503-EB41-4543-9C5E-3C4C2BF90393}" dt="2026-03-17T05:23:53.584" v="15592" actId="20577"/>
          <ac:spMkLst>
            <pc:docMk/>
            <pc:sldMk cId="4271007093" sldId="727"/>
            <ac:spMk id="5" creationId="{2401ED38-EEDD-1CC8-B873-0793D6947C45}"/>
          </ac:spMkLst>
        </pc:spChg>
        <pc:spChg chg="mod">
          <ac:chgData name="김 성민" userId="7fdd8e68-dbab-4f97-a317-da825b846025" providerId="ADAL" clId="{0536D503-EB41-4543-9C5E-3C4C2BF90393}" dt="2026-03-17T05:33:51.444" v="15861" actId="20577"/>
          <ac:spMkLst>
            <pc:docMk/>
            <pc:sldMk cId="4271007093" sldId="727"/>
            <ac:spMk id="9" creationId="{A79D8429-C8B0-A837-8D62-0AD4BF43BE27}"/>
          </ac:spMkLst>
        </pc:spChg>
        <pc:picChg chg="add mod">
          <ac:chgData name="김 성민" userId="7fdd8e68-dbab-4f97-a317-da825b846025" providerId="ADAL" clId="{0536D503-EB41-4543-9C5E-3C4C2BF90393}" dt="2026-03-17T05:24:35.247" v="15599" actId="1076"/>
          <ac:picMkLst>
            <pc:docMk/>
            <pc:sldMk cId="4271007093" sldId="727"/>
            <ac:picMk id="4" creationId="{707EB530-F080-B6CF-D42C-5D9C02ED2596}"/>
          </ac:picMkLst>
        </pc:picChg>
        <pc:picChg chg="del">
          <ac:chgData name="김 성민" userId="7fdd8e68-dbab-4f97-a317-da825b846025" providerId="ADAL" clId="{0536D503-EB41-4543-9C5E-3C4C2BF90393}" dt="2026-03-17T05:24:27.306" v="15595" actId="478"/>
          <ac:picMkLst>
            <pc:docMk/>
            <pc:sldMk cId="4271007093" sldId="727"/>
            <ac:picMk id="10" creationId="{458691A2-5939-087F-8E15-B01A6782DD88}"/>
          </ac:picMkLst>
        </pc:picChg>
      </pc:sldChg>
      <pc:sldMasterChg chg="delSldLayout">
        <pc:chgData name="김 성민" userId="7fdd8e68-dbab-4f97-a317-da825b846025" providerId="ADAL" clId="{0536D503-EB41-4543-9C5E-3C4C2BF90393}" dt="2026-03-13T05:05:55.705" v="31" actId="47"/>
        <pc:sldMasterMkLst>
          <pc:docMk/>
          <pc:sldMasterMk cId="3234073505" sldId="2147483720"/>
        </pc:sldMasterMkLst>
      </pc:sldMasterChg>
    </pc:docChg>
  </pc:docChgLst>
</pc:chgInfo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KR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98A936CE-7B5B-8B43-B95A-0C9ED06878C0}" type="datetimeFigureOut">
              <a:rPr lang="en-KR" smtClean="0"/>
              <a:t>03/17/2026</a:t>
            </a:fld>
            <a:endParaRPr lang="en-KR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KR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KR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KR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D639878E-796B-024F-9435-55F5FBCAF950}" type="slidenum">
              <a:rPr lang="en-KR" smtClean="0"/>
              <a:t>‹#›</a:t>
            </a:fld>
            <a:endParaRPr lang="en-KR"/>
          </a:p>
        </p:txBody>
      </p:sp>
    </p:spTree>
    <p:extLst>
      <p:ext uri="{BB962C8B-B14F-4D97-AF65-F5344CB8AC3E}">
        <p14:creationId xmlns:p14="http://schemas.microsoft.com/office/powerpoint/2010/main" val="3353730699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bg>
      <p:bgPr>
        <a:blipFill dpi="0" rotWithShape="1">
          <a:blip r:embed="rId2">
            <a:alphaModFix amt="66183"/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E0BBB15-1361-3D5F-681A-C158A0EDE1E4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 b="1">
                <a:solidFill>
                  <a:schemeClr val="accent1">
                    <a:lumMod val="50000"/>
                  </a:schemeClr>
                </a:solidFill>
              </a:defRPr>
            </a:lvl1pPr>
          </a:lstStyle>
          <a:p>
            <a:r>
              <a:rPr lang="en-US"/>
              <a:t>Click to edit</a:t>
            </a:r>
            <a:endParaRPr lang="en-KR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3DAB1C7E-43B7-43C6-B4B1-C020E7F86600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 b="1">
                <a:solidFill>
                  <a:schemeClr val="accent1">
                    <a:lumMod val="50000"/>
                  </a:schemeClr>
                </a:solidFill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KR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853C7FD-86AC-AEED-0908-E496A8DCC7B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B53F316-4312-C24F-ACD5-67E538E304DC}" type="datetime1">
              <a:rPr lang="en-US" smtClean="0"/>
              <a:t>3/17/2026</a:t>
            </a:fld>
            <a:endParaRPr lang="en-KR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767850E-3E0E-6895-80FF-199B5265A79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KR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6B5CFCC-9FCB-B9F0-C747-6A2DEAFE24D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6E742A3-68B5-4C46-9AFE-90184640D1B4}" type="slidenum">
              <a:rPr lang="en-KR" smtClean="0"/>
              <a:t>‹#›</a:t>
            </a:fld>
            <a:endParaRPr lang="en-KR"/>
          </a:p>
        </p:txBody>
      </p:sp>
    </p:spTree>
    <p:extLst>
      <p:ext uri="{BB962C8B-B14F-4D97-AF65-F5344CB8AC3E}">
        <p14:creationId xmlns:p14="http://schemas.microsoft.com/office/powerpoint/2010/main" val="30540955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0E54B2E-BA4F-A59B-9ADA-94A1291A6C0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KR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23B6193-B411-16D5-986D-432213CA139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KR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22DEBDD-581A-7B4B-7573-54B4D91D81E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C310123-BA47-0443-956C-2D744BBF43E5}" type="datetime1">
              <a:rPr lang="en-US" smtClean="0"/>
              <a:t>3/17/2026</a:t>
            </a:fld>
            <a:endParaRPr lang="en-KR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70E512E-925B-9B99-56D2-2C28CBE225E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KR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06B921A-9EB4-B292-B2F4-3ED08EA5903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6E742A3-68B5-4C46-9AFE-90184640D1B4}" type="slidenum">
              <a:rPr lang="en-KR" smtClean="0"/>
              <a:t>‹#›</a:t>
            </a:fld>
            <a:endParaRPr lang="en-KR"/>
          </a:p>
        </p:txBody>
      </p:sp>
    </p:spTree>
    <p:extLst>
      <p:ext uri="{BB962C8B-B14F-4D97-AF65-F5344CB8AC3E}">
        <p14:creationId xmlns:p14="http://schemas.microsoft.com/office/powerpoint/2010/main" val="319157828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ection Header">
    <p:bg>
      <p:bgPr>
        <a:blipFill dpi="0" rotWithShape="1">
          <a:blip r:embed="rId2">
            <a:alphaModFix amt="8721"/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E51DCF5-9B43-F2F1-6CA1-85F4975192D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C527303-00B8-5743-898F-5603753DB3AC}" type="datetime1">
              <a:rPr lang="en-US" smtClean="0"/>
              <a:t>3/17/2026</a:t>
            </a:fld>
            <a:endParaRPr lang="en-KR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760A91B-F721-8D9D-E107-92F6DABD180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KR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4154181-B28A-53AE-1B8D-EE145EDF1D2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6E742A3-68B5-4C46-9AFE-90184640D1B4}" type="slidenum">
              <a:rPr lang="en-KR" smtClean="0"/>
              <a:t>‹#›</a:t>
            </a:fld>
            <a:endParaRPr lang="en-KR"/>
          </a:p>
        </p:txBody>
      </p:sp>
    </p:spTree>
    <p:extLst>
      <p:ext uri="{BB962C8B-B14F-4D97-AF65-F5344CB8AC3E}">
        <p14:creationId xmlns:p14="http://schemas.microsoft.com/office/powerpoint/2010/main" val="168790821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122D6EF-A3F3-ACB4-2966-0E24F5339C0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KR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4D579BE-E396-6D9C-8C78-25CE497022E3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KR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03A3B2F4-F628-CF60-D5A0-070F258D5DB6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KR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D26276AD-5564-F59D-9A84-B37EA17695C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B0A0000-CF4F-514B-98FF-43692DD36508}" type="datetime1">
              <a:rPr lang="en-US" smtClean="0"/>
              <a:t>3/17/2026</a:t>
            </a:fld>
            <a:endParaRPr lang="en-KR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19D0EB34-F2DB-D28A-3B31-C965FCA0E89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KR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15DB025-04BA-B8F2-3909-A572E4FF489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6E742A3-68B5-4C46-9AFE-90184640D1B4}" type="slidenum">
              <a:rPr lang="en-KR" smtClean="0"/>
              <a:t>‹#›</a:t>
            </a:fld>
            <a:endParaRPr lang="en-KR"/>
          </a:p>
        </p:txBody>
      </p:sp>
    </p:spTree>
    <p:extLst>
      <p:ext uri="{BB962C8B-B14F-4D97-AF65-F5344CB8AC3E}">
        <p14:creationId xmlns:p14="http://schemas.microsoft.com/office/powerpoint/2010/main" val="2951165554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3098671-C67A-C3AD-31B3-57120F0F053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KR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C6C9FCFC-E3AB-4F9A-AD09-1931A6DB00F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64E84C78-E71F-51D4-54AD-43C763FB0168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KR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D371856D-4A3B-3205-8A54-E56280CC57AD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BA03569A-293A-9619-5123-544DEE427A8C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KR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83F0DD56-0C06-F6B8-8F55-303B21FC35D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1D1BA78-6FDD-0C46-A49B-719F769BFC91}" type="datetime1">
              <a:rPr lang="en-US" smtClean="0"/>
              <a:t>3/17/2026</a:t>
            </a:fld>
            <a:endParaRPr lang="en-KR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E53A5B47-60FA-AD9E-A801-FB90A8EE6F7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KR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B2211477-3E91-825F-03D9-9C9ABFEEAF1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6E742A3-68B5-4C46-9AFE-90184640D1B4}" type="slidenum">
              <a:rPr lang="en-KR" smtClean="0"/>
              <a:t>‹#›</a:t>
            </a:fld>
            <a:endParaRPr lang="en-KR"/>
          </a:p>
        </p:txBody>
      </p:sp>
    </p:spTree>
    <p:extLst>
      <p:ext uri="{BB962C8B-B14F-4D97-AF65-F5344CB8AC3E}">
        <p14:creationId xmlns:p14="http://schemas.microsoft.com/office/powerpoint/2010/main" val="169785550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Only">
    <p:bg>
      <p:bgPr>
        <a:blipFill dpi="0" rotWithShape="1">
          <a:blip r:embed="rId2">
            <a:alphaModFix amt="35985"/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91C67A7C-EA54-1EBD-06AE-294B7CAF0BD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EC69E39-0360-5046-9B53-E8DC87283B5A}" type="datetime1">
              <a:rPr lang="en-US" smtClean="0"/>
              <a:t>3/17/2026</a:t>
            </a:fld>
            <a:endParaRPr lang="en-KR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316A8C3C-35B0-5B55-975A-7536B670AFD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KR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90E6FBD0-363D-6F59-9D01-82D0674460B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6E742A3-68B5-4C46-9AFE-90184640D1B4}" type="slidenum">
              <a:rPr lang="en-KR" smtClean="0"/>
              <a:t>‹#›</a:t>
            </a:fld>
            <a:endParaRPr lang="en-KR"/>
          </a:p>
        </p:txBody>
      </p:sp>
      <p:sp>
        <p:nvSpPr>
          <p:cNvPr id="6" name="Title 1">
            <a:extLst>
              <a:ext uri="{FF2B5EF4-FFF2-40B4-BE49-F238E27FC236}">
                <a16:creationId xmlns:a16="http://schemas.microsoft.com/office/drawing/2014/main" id="{9752E6AD-7F75-67E7-90AE-EEB2AA8B2CDE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 b="1">
                <a:solidFill>
                  <a:schemeClr val="accent1">
                    <a:lumMod val="50000"/>
                  </a:schemeClr>
                </a:solidFill>
              </a:defRPr>
            </a:lvl1pPr>
          </a:lstStyle>
          <a:p>
            <a:r>
              <a:rPr lang="en-US"/>
              <a:t>Click to edit</a:t>
            </a:r>
            <a:endParaRPr lang="en-KR"/>
          </a:p>
        </p:txBody>
      </p:sp>
    </p:spTree>
    <p:extLst>
      <p:ext uri="{BB962C8B-B14F-4D97-AF65-F5344CB8AC3E}">
        <p14:creationId xmlns:p14="http://schemas.microsoft.com/office/powerpoint/2010/main" val="1707801195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B7FF180C-1163-4F69-7F5A-45FE4835C26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4A4B157-0266-2546-802F-44108BA906A5}" type="datetime1">
              <a:rPr lang="en-US" smtClean="0"/>
              <a:t>3/17/2026</a:t>
            </a:fld>
            <a:endParaRPr lang="en-KR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7F081021-F8FB-D0A1-82BC-973A3DC557C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KR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78B32A8E-4E10-8669-8CDD-78B9A5E5325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6E742A3-68B5-4C46-9AFE-90184640D1B4}" type="slidenum">
              <a:rPr lang="en-KR" smtClean="0"/>
              <a:t>‹#›</a:t>
            </a:fld>
            <a:endParaRPr lang="en-KR"/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10F58660-613E-AE09-82DB-D82A2EB32DDF}"/>
              </a:ext>
            </a:extLst>
          </p:cNvPr>
          <p:cNvSpPr/>
          <p:nvPr userDrawn="1"/>
        </p:nvSpPr>
        <p:spPr>
          <a:xfrm>
            <a:off x="-14514" y="-14514"/>
            <a:ext cx="185195" cy="6876000"/>
          </a:xfrm>
          <a:prstGeom prst="rect">
            <a:avLst/>
          </a:prstGeom>
          <a:solidFill>
            <a:schemeClr val="accent4">
              <a:lumMod val="50000"/>
            </a:schemeClr>
          </a:solidFill>
          <a:ln>
            <a:solidFill>
              <a:schemeClr val="accent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KR">
              <a:gradFill flip="none" rotWithShape="1">
                <a:gsLst>
                  <a:gs pos="1000">
                    <a:schemeClr val="lt1">
                      <a:shade val="30000"/>
                      <a:satMod val="115000"/>
                    </a:schemeClr>
                  </a:gs>
                  <a:gs pos="48000">
                    <a:schemeClr val="lt1">
                      <a:shade val="67500"/>
                      <a:satMod val="115000"/>
                    </a:schemeClr>
                  </a:gs>
                  <a:gs pos="100000">
                    <a:schemeClr val="lt1">
                      <a:shade val="100000"/>
                      <a:satMod val="115000"/>
                    </a:schemeClr>
                  </a:gs>
                </a:gsLst>
                <a:lin ang="5400000" scaled="1"/>
                <a:tileRect/>
              </a:gradFill>
            </a:endParaRPr>
          </a:p>
        </p:txBody>
      </p:sp>
      <p:sp>
        <p:nvSpPr>
          <p:cNvPr id="7" name="Rounded Rectangle 6">
            <a:extLst>
              <a:ext uri="{FF2B5EF4-FFF2-40B4-BE49-F238E27FC236}">
                <a16:creationId xmlns:a16="http://schemas.microsoft.com/office/drawing/2014/main" id="{B69642F1-E829-6BFA-4167-8AA7239A1328}"/>
              </a:ext>
            </a:extLst>
          </p:cNvPr>
          <p:cNvSpPr/>
          <p:nvPr userDrawn="1"/>
        </p:nvSpPr>
        <p:spPr>
          <a:xfrm>
            <a:off x="508000" y="563035"/>
            <a:ext cx="11340000" cy="18000"/>
          </a:xfrm>
          <a:prstGeom prst="roundRect">
            <a:avLst/>
          </a:prstGeom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KR"/>
          </a:p>
        </p:txBody>
      </p:sp>
      <p:sp>
        <p:nvSpPr>
          <p:cNvPr id="20" name="Title 1">
            <a:extLst>
              <a:ext uri="{FF2B5EF4-FFF2-40B4-BE49-F238E27FC236}">
                <a16:creationId xmlns:a16="http://schemas.microsoft.com/office/drawing/2014/main" id="{9F0ADE89-14B8-F83E-A9D2-27ED70F46FA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08000" y="72570"/>
            <a:ext cx="9575800" cy="473035"/>
          </a:xfrm>
        </p:spPr>
        <p:txBody>
          <a:bodyPr>
            <a:normAutofit/>
          </a:bodyPr>
          <a:lstStyle>
            <a:lvl1pPr>
              <a:defRPr sz="2400" b="1">
                <a:solidFill>
                  <a:schemeClr val="accent1">
                    <a:lumMod val="50000"/>
                  </a:schemeClr>
                </a:solidFill>
              </a:defRPr>
            </a:lvl1pPr>
          </a:lstStyle>
          <a:p>
            <a:r>
              <a:rPr lang="en-US"/>
              <a:t>Click to edit</a:t>
            </a:r>
            <a:endParaRPr lang="en-KR"/>
          </a:p>
        </p:txBody>
      </p:sp>
    </p:spTree>
    <p:extLst>
      <p:ext uri="{BB962C8B-B14F-4D97-AF65-F5344CB8AC3E}">
        <p14:creationId xmlns:p14="http://schemas.microsoft.com/office/powerpoint/2010/main" val="169919735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D98D2B4-0B12-4A32-537A-B1D887174A9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KR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121730D-1DC5-CAF2-5CFA-B70AEDE6879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KR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98B77F6D-11C8-3D4B-5E81-B59DD1D2BC31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7FCCEBBD-4119-674D-B72C-C0861A4995B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7173FB8-FB25-5B41-83C2-963EA38804F1}" type="datetime1">
              <a:rPr lang="en-US" smtClean="0"/>
              <a:t>3/17/2026</a:t>
            </a:fld>
            <a:endParaRPr lang="en-KR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AD365087-4F4F-D24D-2BE8-60234A67A44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KR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1113F65-928B-4F5D-942C-7A1F5DFE045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6E742A3-68B5-4C46-9AFE-90184640D1B4}" type="slidenum">
              <a:rPr lang="en-KR" smtClean="0"/>
              <a:t>‹#›</a:t>
            </a:fld>
            <a:endParaRPr lang="en-KR"/>
          </a:p>
        </p:txBody>
      </p:sp>
    </p:spTree>
    <p:extLst>
      <p:ext uri="{BB962C8B-B14F-4D97-AF65-F5344CB8AC3E}">
        <p14:creationId xmlns:p14="http://schemas.microsoft.com/office/powerpoint/2010/main" val="2282492889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453F529-F376-CE8F-EAEA-BA73AED7174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KR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73989540-97E2-6084-8BA3-7C6FE8BE4713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KR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D7A77A56-FD4C-42A4-8682-767F08BD81B9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D7209E35-6507-1D8C-90E4-6AEAE98444B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63181C5-9826-FA4F-BF9F-D982014007DE}" type="datetime1">
              <a:rPr lang="en-US" smtClean="0"/>
              <a:t>3/17/2026</a:t>
            </a:fld>
            <a:endParaRPr lang="en-KR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97783538-664B-E41D-669F-2272BF17347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KR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9BC30EC8-A137-53AF-16F4-53380D73816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6E742A3-68B5-4C46-9AFE-90184640D1B4}" type="slidenum">
              <a:rPr lang="en-KR" smtClean="0"/>
              <a:t>‹#›</a:t>
            </a:fld>
            <a:endParaRPr lang="en-KR"/>
          </a:p>
        </p:txBody>
      </p:sp>
    </p:spTree>
    <p:extLst>
      <p:ext uri="{BB962C8B-B14F-4D97-AF65-F5344CB8AC3E}">
        <p14:creationId xmlns:p14="http://schemas.microsoft.com/office/powerpoint/2010/main" val="62533419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E37C736-F683-0F37-3895-640BA74445E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KR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98836CF8-A4C7-F195-D7CC-7D6125C8C26C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KR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7CBF9EB-AAD0-FA71-79D9-755DD2EA105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6AF8F1-E158-D74C-A082-71804602ED39}" type="datetime1">
              <a:rPr lang="en-US" smtClean="0"/>
              <a:t>3/17/2026</a:t>
            </a:fld>
            <a:endParaRPr lang="en-KR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B36A1D2-B4C1-3780-D78A-F50B961805A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KR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A7E9BED-C684-AA06-C131-0AE6834DC30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6E742A3-68B5-4C46-9AFE-90184640D1B4}" type="slidenum">
              <a:rPr lang="en-KR" smtClean="0"/>
              <a:t>‹#›</a:t>
            </a:fld>
            <a:endParaRPr lang="en-KR"/>
          </a:p>
        </p:txBody>
      </p:sp>
    </p:spTree>
    <p:extLst>
      <p:ext uri="{BB962C8B-B14F-4D97-AF65-F5344CB8AC3E}">
        <p14:creationId xmlns:p14="http://schemas.microsoft.com/office/powerpoint/2010/main" val="3461785481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5325DF42-02E9-B465-1CCD-AE242D2D7E3D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KR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4DBEEB47-28CC-BE0E-FA5E-80EBD9A74EE0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KR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67640E3-E2A6-00DB-CDB6-81245FAA462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DBE762F-D164-1B4A-88E0-059273B6E094}" type="datetime1">
              <a:rPr lang="en-US" smtClean="0"/>
              <a:t>3/17/2026</a:t>
            </a:fld>
            <a:endParaRPr lang="en-KR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6763250-C056-6FA0-824F-4044C0EBBEA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KR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71E6875-7DE1-CAF5-4141-4C67EBAF1E2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6E742A3-68B5-4C46-9AFE-90184640D1B4}" type="slidenum">
              <a:rPr lang="en-KR" smtClean="0"/>
              <a:t>‹#›</a:t>
            </a:fld>
            <a:endParaRPr lang="en-KR"/>
          </a:p>
        </p:txBody>
      </p:sp>
    </p:spTree>
    <p:extLst>
      <p:ext uri="{BB962C8B-B14F-4D97-AF65-F5344CB8AC3E}">
        <p14:creationId xmlns:p14="http://schemas.microsoft.com/office/powerpoint/2010/main" val="2229858391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>
  <p:cSld name="구역 머리글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68A0AEB9-1662-7D4A-99A0-3A1FAF18B8D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4774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137D7342-0F44-4775-189A-91AF497C829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4"/>
            <a:ext cx="10515600" cy="1500187"/>
          </a:xfrm>
        </p:spPr>
        <p:txBody>
          <a:bodyPr/>
          <a:lstStyle>
            <a:lvl1pPr marL="0" indent="0">
              <a:buNone/>
              <a:defRPr sz="1910">
                <a:solidFill>
                  <a:schemeClr val="tx1">
                    <a:tint val="82000"/>
                  </a:schemeClr>
                </a:solidFill>
              </a:defRPr>
            </a:lvl1pPr>
            <a:lvl2pPr marL="363755" indent="0">
              <a:buNone/>
              <a:defRPr sz="1591">
                <a:solidFill>
                  <a:schemeClr val="tx1">
                    <a:tint val="82000"/>
                  </a:schemeClr>
                </a:solidFill>
              </a:defRPr>
            </a:lvl2pPr>
            <a:lvl3pPr marL="727510" indent="0">
              <a:buNone/>
              <a:defRPr sz="1432">
                <a:solidFill>
                  <a:schemeClr val="tx1">
                    <a:tint val="82000"/>
                  </a:schemeClr>
                </a:solidFill>
              </a:defRPr>
            </a:lvl3pPr>
            <a:lvl4pPr marL="1091265" indent="0">
              <a:buNone/>
              <a:defRPr sz="1273">
                <a:solidFill>
                  <a:schemeClr val="tx1">
                    <a:tint val="82000"/>
                  </a:schemeClr>
                </a:solidFill>
              </a:defRPr>
            </a:lvl4pPr>
            <a:lvl5pPr marL="1455020" indent="0">
              <a:buNone/>
              <a:defRPr sz="1273">
                <a:solidFill>
                  <a:schemeClr val="tx1">
                    <a:tint val="82000"/>
                  </a:schemeClr>
                </a:solidFill>
              </a:defRPr>
            </a:lvl5pPr>
            <a:lvl6pPr marL="1818775" indent="0">
              <a:buNone/>
              <a:defRPr sz="1273">
                <a:solidFill>
                  <a:schemeClr val="tx1">
                    <a:tint val="82000"/>
                  </a:schemeClr>
                </a:solidFill>
              </a:defRPr>
            </a:lvl6pPr>
            <a:lvl7pPr marL="2182529" indent="0">
              <a:buNone/>
              <a:defRPr sz="1273">
                <a:solidFill>
                  <a:schemeClr val="tx1">
                    <a:tint val="82000"/>
                  </a:schemeClr>
                </a:solidFill>
              </a:defRPr>
            </a:lvl7pPr>
            <a:lvl8pPr marL="2546285" indent="0">
              <a:buNone/>
              <a:defRPr sz="1273">
                <a:solidFill>
                  <a:schemeClr val="tx1">
                    <a:tint val="82000"/>
                  </a:schemeClr>
                </a:solidFill>
              </a:defRPr>
            </a:lvl8pPr>
            <a:lvl9pPr marL="2910039" indent="0">
              <a:buNone/>
              <a:defRPr sz="1273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13" name="날짜 개체 틀 3">
            <a:extLst>
              <a:ext uri="{FF2B5EF4-FFF2-40B4-BE49-F238E27FC236}">
                <a16:creationId xmlns:a16="http://schemas.microsoft.com/office/drawing/2014/main" id="{418DFD76-0581-7425-675E-01957085473F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38200" y="6356351"/>
            <a:ext cx="2743200" cy="365125"/>
          </a:xfrm>
        </p:spPr>
        <p:txBody>
          <a:bodyPr/>
          <a:lstStyle/>
          <a:p>
            <a:fld id="{79D98C00-1464-48FB-8A2C-9E28E6107747}" type="datetimeFigureOut">
              <a:rPr lang="ko-KR" altLang="en-US" smtClean="0"/>
              <a:t>2026-03-17</a:t>
            </a:fld>
            <a:endParaRPr lang="ko-KR" altLang="en-US"/>
          </a:p>
        </p:txBody>
      </p:sp>
      <p:sp>
        <p:nvSpPr>
          <p:cNvPr id="14" name="바닥글 개체 틀 4">
            <a:extLst>
              <a:ext uri="{FF2B5EF4-FFF2-40B4-BE49-F238E27FC236}">
                <a16:creationId xmlns:a16="http://schemas.microsoft.com/office/drawing/2014/main" id="{3BE4F98B-4CD1-8B5D-2496-164A8FAB31F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1" y="6356351"/>
            <a:ext cx="4114800" cy="365125"/>
          </a:xfrm>
        </p:spPr>
        <p:txBody>
          <a:bodyPr/>
          <a:lstStyle/>
          <a:p>
            <a:endParaRPr lang="ko-KR" altLang="en-US"/>
          </a:p>
        </p:txBody>
      </p:sp>
      <p:sp>
        <p:nvSpPr>
          <p:cNvPr id="15" name="슬라이드 번호 개체 틀 5">
            <a:extLst>
              <a:ext uri="{FF2B5EF4-FFF2-40B4-BE49-F238E27FC236}">
                <a16:creationId xmlns:a16="http://schemas.microsoft.com/office/drawing/2014/main" id="{0A59F068-ADB4-2176-26EA-487DF590C66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610600" y="6356351"/>
            <a:ext cx="2743200" cy="365125"/>
          </a:xfrm>
        </p:spPr>
        <p:txBody>
          <a:bodyPr/>
          <a:lstStyle/>
          <a:p>
            <a:fld id="{15CDD250-3779-4035-994F-DC711BEB2303}" type="slidenum">
              <a:rPr lang="ko-KR" altLang="en-US" smtClean="0"/>
              <a:t>‹#›</a:t>
            </a:fld>
            <a:endParaRPr lang="ko-KR" altLang="en-US"/>
          </a:p>
        </p:txBody>
      </p:sp>
      <p:sp>
        <p:nvSpPr>
          <p:cNvPr id="16" name="직사각형 15">
            <a:extLst>
              <a:ext uri="{FF2B5EF4-FFF2-40B4-BE49-F238E27FC236}">
                <a16:creationId xmlns:a16="http://schemas.microsoft.com/office/drawing/2014/main" id="{B21FFF03-A724-A141-FEA9-41E32650689B}"/>
              </a:ext>
            </a:extLst>
          </p:cNvPr>
          <p:cNvSpPr/>
          <p:nvPr userDrawn="1"/>
        </p:nvSpPr>
        <p:spPr>
          <a:xfrm>
            <a:off x="1" y="550349"/>
            <a:ext cx="12192000" cy="331433"/>
          </a:xfrm>
          <a:prstGeom prst="rect">
            <a:avLst/>
          </a:prstGeom>
          <a:solidFill>
            <a:schemeClr val="bg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1633">
              <a:ln>
                <a:solidFill>
                  <a:srgbClr val="51B3C7">
                    <a:alpha val="0"/>
                  </a:srgbClr>
                </a:solidFill>
              </a:ln>
            </a:endParaRPr>
          </a:p>
        </p:txBody>
      </p:sp>
      <p:sp>
        <p:nvSpPr>
          <p:cNvPr id="17" name="직사각형 16">
            <a:extLst>
              <a:ext uri="{FF2B5EF4-FFF2-40B4-BE49-F238E27FC236}">
                <a16:creationId xmlns:a16="http://schemas.microsoft.com/office/drawing/2014/main" id="{9F5C0CB2-02FB-4A63-AE45-7EE0FF5CF178}"/>
              </a:ext>
            </a:extLst>
          </p:cNvPr>
          <p:cNvSpPr/>
          <p:nvPr userDrawn="1"/>
        </p:nvSpPr>
        <p:spPr>
          <a:xfrm>
            <a:off x="-213" y="5931964"/>
            <a:ext cx="12192000" cy="331433"/>
          </a:xfrm>
          <a:prstGeom prst="rect">
            <a:avLst/>
          </a:prstGeom>
          <a:solidFill>
            <a:schemeClr val="bg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1633">
              <a:ln>
                <a:solidFill>
                  <a:srgbClr val="51B3C7">
                    <a:alpha val="0"/>
                  </a:srgbClr>
                </a:solidFill>
              </a:ln>
            </a:endParaRPr>
          </a:p>
        </p:txBody>
      </p:sp>
      <p:sp>
        <p:nvSpPr>
          <p:cNvPr id="18" name="직사각형 17">
            <a:extLst>
              <a:ext uri="{FF2B5EF4-FFF2-40B4-BE49-F238E27FC236}">
                <a16:creationId xmlns:a16="http://schemas.microsoft.com/office/drawing/2014/main" id="{51A15E53-8254-6A9F-62B9-2DB9704787DB}"/>
              </a:ext>
            </a:extLst>
          </p:cNvPr>
          <p:cNvSpPr/>
          <p:nvPr userDrawn="1"/>
        </p:nvSpPr>
        <p:spPr>
          <a:xfrm>
            <a:off x="1" y="0"/>
            <a:ext cx="12192000" cy="630021"/>
          </a:xfrm>
          <a:prstGeom prst="rect">
            <a:avLst/>
          </a:prstGeom>
          <a:solidFill>
            <a:srgbClr val="364768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1633">
              <a:ln>
                <a:solidFill>
                  <a:srgbClr val="51B3C7">
                    <a:alpha val="0"/>
                  </a:srgbClr>
                </a:solidFill>
              </a:ln>
            </a:endParaRPr>
          </a:p>
        </p:txBody>
      </p:sp>
      <p:sp>
        <p:nvSpPr>
          <p:cNvPr id="19" name="직사각형 18">
            <a:extLst>
              <a:ext uri="{FF2B5EF4-FFF2-40B4-BE49-F238E27FC236}">
                <a16:creationId xmlns:a16="http://schemas.microsoft.com/office/drawing/2014/main" id="{025B3624-738B-0D76-78A5-8D1FAA564AF5}"/>
              </a:ext>
            </a:extLst>
          </p:cNvPr>
          <p:cNvSpPr/>
          <p:nvPr userDrawn="1"/>
        </p:nvSpPr>
        <p:spPr>
          <a:xfrm>
            <a:off x="1" y="6215227"/>
            <a:ext cx="12192000" cy="630021"/>
          </a:xfrm>
          <a:prstGeom prst="rect">
            <a:avLst/>
          </a:prstGeom>
          <a:solidFill>
            <a:srgbClr val="364768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1633">
              <a:ln>
                <a:solidFill>
                  <a:srgbClr val="51B3C7">
                    <a:alpha val="0"/>
                  </a:srgbClr>
                </a:solidFill>
              </a:ln>
            </a:endParaRPr>
          </a:p>
        </p:txBody>
      </p:sp>
    </p:spTree>
    <p:extLst>
      <p:ext uri="{BB962C8B-B14F-4D97-AF65-F5344CB8AC3E}">
        <p14:creationId xmlns:p14="http://schemas.microsoft.com/office/powerpoint/2010/main" val="204028269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제목 및 내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Text Placeholder 41">
            <a:extLst>
              <a:ext uri="{FF2B5EF4-FFF2-40B4-BE49-F238E27FC236}">
                <a16:creationId xmlns:a16="http://schemas.microsoft.com/office/drawing/2014/main" id="{07F41707-714B-7E85-D3C9-5C059B7F53BC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167238" y="64549"/>
            <a:ext cx="10592844" cy="604153"/>
          </a:xfrm>
        </p:spPr>
        <p:txBody>
          <a:bodyPr anchor="ctr">
            <a:normAutofit/>
          </a:bodyPr>
          <a:lstStyle>
            <a:lvl1pPr marL="0" indent="0">
              <a:buNone/>
              <a:defRPr sz="2200" b="1">
                <a:solidFill>
                  <a:schemeClr val="bg1"/>
                </a:solidFill>
                <a:latin typeface="+mj-lt"/>
              </a:defRPr>
            </a:lvl1pPr>
          </a:lstStyle>
          <a:p>
            <a:pPr lvl="0"/>
            <a:r>
              <a:rPr lang="en-US" altLang="ko-KR"/>
              <a:t>Click to edit Master text styles</a:t>
            </a: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F5DD7FEA-EBC5-37D1-597D-5984C0AFD93E}"/>
              </a:ext>
            </a:extLst>
          </p:cNvPr>
          <p:cNvSpPr/>
          <p:nvPr userDrawn="1"/>
        </p:nvSpPr>
        <p:spPr>
          <a:xfrm>
            <a:off x="-10510" y="-10510"/>
            <a:ext cx="12222000" cy="694800"/>
          </a:xfrm>
          <a:prstGeom prst="rect">
            <a:avLst/>
          </a:prstGeom>
          <a:solidFill>
            <a:srgbClr val="203C63"/>
          </a:solidFill>
          <a:ln w="50800"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en-KR"/>
          </a:p>
        </p:txBody>
      </p:sp>
      <p:sp>
        <p:nvSpPr>
          <p:cNvPr id="8" name="Text Placeholder 38">
            <a:extLst>
              <a:ext uri="{FF2B5EF4-FFF2-40B4-BE49-F238E27FC236}">
                <a16:creationId xmlns:a16="http://schemas.microsoft.com/office/drawing/2014/main" id="{5BE23ADB-D5EB-BB1E-F6D2-60DE2EA32297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167237" y="683969"/>
            <a:ext cx="10592845" cy="424238"/>
          </a:xfrm>
        </p:spPr>
        <p:txBody>
          <a:bodyPr anchor="ctr">
            <a:noAutofit/>
          </a:bodyPr>
          <a:lstStyle>
            <a:lvl1pPr marL="0" indent="0">
              <a:buNone/>
              <a:defRPr sz="1600" b="1">
                <a:solidFill>
                  <a:schemeClr val="bg1"/>
                </a:solidFill>
                <a:latin typeface="+mj-ea"/>
                <a:ea typeface="+mj-ea"/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200"/>
            </a:lvl3pPr>
            <a:lvl4pPr marL="1371600" indent="0">
              <a:buNone/>
              <a:defRPr sz="1200"/>
            </a:lvl4pPr>
            <a:lvl5pPr marL="1828800" indent="0">
              <a:buNone/>
              <a:defRPr sz="1200"/>
            </a:lvl5pPr>
          </a:lstStyle>
          <a:p>
            <a:pPr lvl="0"/>
            <a:r>
              <a:rPr lang="en-US" altLang="ko-KR" err="1"/>
              <a:t>etc</a:t>
            </a:r>
            <a:endParaRPr lang="en-KR"/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3EC2F641-9BC0-EF59-78A4-9ABAEF6896A7}"/>
              </a:ext>
            </a:extLst>
          </p:cNvPr>
          <p:cNvSpPr/>
          <p:nvPr userDrawn="1"/>
        </p:nvSpPr>
        <p:spPr>
          <a:xfrm>
            <a:off x="167237" y="1635748"/>
            <a:ext cx="7720921" cy="4527482"/>
          </a:xfrm>
          <a:prstGeom prst="rect">
            <a:avLst/>
          </a:prstGeom>
          <a:noFill/>
          <a:ln w="12700">
            <a:solidFill>
              <a:srgbClr val="1F3B63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en-KR"/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C01FDD35-EF01-F4ED-1B82-D5F3ECF5F9A6}"/>
              </a:ext>
            </a:extLst>
          </p:cNvPr>
          <p:cNvSpPr/>
          <p:nvPr userDrawn="1"/>
        </p:nvSpPr>
        <p:spPr>
          <a:xfrm>
            <a:off x="8044543" y="1581748"/>
            <a:ext cx="3961720" cy="4581482"/>
          </a:xfrm>
          <a:prstGeom prst="rect">
            <a:avLst/>
          </a:prstGeom>
          <a:noFill/>
          <a:ln w="12700">
            <a:solidFill>
              <a:srgbClr val="1F3B63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en-KR"/>
          </a:p>
        </p:txBody>
      </p:sp>
      <p:sp>
        <p:nvSpPr>
          <p:cNvPr id="15" name="Round Same Side Corner Rectangle 14">
            <a:extLst>
              <a:ext uri="{FF2B5EF4-FFF2-40B4-BE49-F238E27FC236}">
                <a16:creationId xmlns:a16="http://schemas.microsoft.com/office/drawing/2014/main" id="{FDDDF415-0E60-E69F-850D-A1318A5C77B9}"/>
              </a:ext>
            </a:extLst>
          </p:cNvPr>
          <p:cNvSpPr/>
          <p:nvPr userDrawn="1"/>
        </p:nvSpPr>
        <p:spPr>
          <a:xfrm>
            <a:off x="167235" y="1279777"/>
            <a:ext cx="7720921" cy="375901"/>
          </a:xfrm>
          <a:prstGeom prst="round2SameRect">
            <a:avLst/>
          </a:prstGeom>
          <a:solidFill>
            <a:srgbClr val="1F3B63"/>
          </a:solidFill>
          <a:ln w="12700">
            <a:solidFill>
              <a:srgbClr val="1F3B63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en-KR" sz="1600">
              <a:solidFill>
                <a:schemeClr val="tx1"/>
              </a:solidFill>
              <a:highlight>
                <a:srgbClr val="C0C0C0"/>
              </a:highlight>
              <a:latin typeface="+mn-lt"/>
            </a:endParaRPr>
          </a:p>
        </p:txBody>
      </p:sp>
      <p:sp>
        <p:nvSpPr>
          <p:cNvPr id="17" name="Round Same Side Corner Rectangle 16">
            <a:extLst>
              <a:ext uri="{FF2B5EF4-FFF2-40B4-BE49-F238E27FC236}">
                <a16:creationId xmlns:a16="http://schemas.microsoft.com/office/drawing/2014/main" id="{CC1C6CC7-9AC4-0995-A34C-8F7C0D10B0CD}"/>
              </a:ext>
            </a:extLst>
          </p:cNvPr>
          <p:cNvSpPr/>
          <p:nvPr userDrawn="1"/>
        </p:nvSpPr>
        <p:spPr>
          <a:xfrm>
            <a:off x="8044543" y="1276238"/>
            <a:ext cx="3961720" cy="375901"/>
          </a:xfrm>
          <a:prstGeom prst="round2SameRect">
            <a:avLst/>
          </a:prstGeom>
          <a:solidFill>
            <a:srgbClr val="1F3B63"/>
          </a:solidFill>
          <a:ln w="12700">
            <a:solidFill>
              <a:srgbClr val="1F3B63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en-KR" sz="1600">
              <a:solidFill>
                <a:schemeClr val="tx1"/>
              </a:solidFill>
              <a:latin typeface="+mn-ea"/>
              <a:ea typeface="+mn-ea"/>
            </a:endParaRPr>
          </a:p>
        </p:txBody>
      </p:sp>
      <p:sp>
        <p:nvSpPr>
          <p:cNvPr id="9" name="Text Placeholder 38">
            <a:extLst>
              <a:ext uri="{FF2B5EF4-FFF2-40B4-BE49-F238E27FC236}">
                <a16:creationId xmlns:a16="http://schemas.microsoft.com/office/drawing/2014/main" id="{0813C5D1-A487-B4D5-529E-87946A8DB344}"/>
              </a:ext>
            </a:extLst>
          </p:cNvPr>
          <p:cNvSpPr>
            <a:spLocks noGrp="1"/>
          </p:cNvSpPr>
          <p:nvPr>
            <p:ph type="body" sz="quarter" idx="19" hasCustomPrompt="1"/>
          </p:nvPr>
        </p:nvSpPr>
        <p:spPr>
          <a:xfrm>
            <a:off x="167236" y="1314478"/>
            <a:ext cx="7720920" cy="341200"/>
          </a:xfrm>
        </p:spPr>
        <p:txBody>
          <a:bodyPr anchor="ctr">
            <a:noAutofit/>
          </a:bodyPr>
          <a:lstStyle>
            <a:lvl1pPr marL="0" indent="0" algn="ctr">
              <a:buNone/>
              <a:defRPr sz="1600" b="1">
                <a:solidFill>
                  <a:schemeClr val="bg1"/>
                </a:solidFill>
                <a:latin typeface="+mn-ea"/>
                <a:ea typeface="+mn-ea"/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200"/>
            </a:lvl3pPr>
            <a:lvl4pPr marL="1371600" indent="0">
              <a:buNone/>
              <a:defRPr sz="1200"/>
            </a:lvl4pPr>
            <a:lvl5pPr marL="1828800" indent="0">
              <a:buNone/>
              <a:defRPr sz="1200"/>
            </a:lvl5pPr>
          </a:lstStyle>
          <a:p>
            <a:pPr lvl="0"/>
            <a:r>
              <a:rPr lang="en-US" altLang="ko-KR" err="1"/>
              <a:t>etc</a:t>
            </a:r>
            <a:endParaRPr lang="en-KR"/>
          </a:p>
        </p:txBody>
      </p:sp>
      <p:sp>
        <p:nvSpPr>
          <p:cNvPr id="11" name="Text Placeholder 38">
            <a:extLst>
              <a:ext uri="{FF2B5EF4-FFF2-40B4-BE49-F238E27FC236}">
                <a16:creationId xmlns:a16="http://schemas.microsoft.com/office/drawing/2014/main" id="{153E9129-72FA-D288-0B06-019EF8987640}"/>
              </a:ext>
            </a:extLst>
          </p:cNvPr>
          <p:cNvSpPr>
            <a:spLocks noGrp="1"/>
          </p:cNvSpPr>
          <p:nvPr>
            <p:ph type="body" sz="quarter" idx="20" hasCustomPrompt="1"/>
          </p:nvPr>
        </p:nvSpPr>
        <p:spPr>
          <a:xfrm>
            <a:off x="8044544" y="1314157"/>
            <a:ext cx="3980220" cy="350284"/>
          </a:xfrm>
        </p:spPr>
        <p:txBody>
          <a:bodyPr anchor="ctr">
            <a:noAutofit/>
          </a:bodyPr>
          <a:lstStyle>
            <a:lvl1pPr marL="0" indent="0" algn="ctr">
              <a:buNone/>
              <a:defRPr sz="1600" b="1">
                <a:solidFill>
                  <a:schemeClr val="bg1"/>
                </a:solidFill>
                <a:latin typeface="+mn-ea"/>
                <a:ea typeface="+mn-ea"/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200"/>
            </a:lvl3pPr>
            <a:lvl4pPr marL="1371600" indent="0">
              <a:buNone/>
              <a:defRPr sz="1200"/>
            </a:lvl4pPr>
            <a:lvl5pPr marL="1828800" indent="0">
              <a:buNone/>
              <a:defRPr sz="1200"/>
            </a:lvl5pPr>
          </a:lstStyle>
          <a:p>
            <a:pPr lvl="0"/>
            <a:r>
              <a:rPr lang="ko-KR" altLang="en-US"/>
              <a:t>설명</a:t>
            </a:r>
            <a:endParaRPr lang="en-KR"/>
          </a:p>
        </p:txBody>
      </p:sp>
      <p:sp>
        <p:nvSpPr>
          <p:cNvPr id="14" name="Text Placeholder 38">
            <a:extLst>
              <a:ext uri="{FF2B5EF4-FFF2-40B4-BE49-F238E27FC236}">
                <a16:creationId xmlns:a16="http://schemas.microsoft.com/office/drawing/2014/main" id="{FA71E9EE-21B7-3037-9E19-D330005DFD7B}"/>
              </a:ext>
            </a:extLst>
          </p:cNvPr>
          <p:cNvSpPr>
            <a:spLocks noGrp="1"/>
          </p:cNvSpPr>
          <p:nvPr>
            <p:ph type="body" sz="quarter" idx="21" hasCustomPrompt="1"/>
          </p:nvPr>
        </p:nvSpPr>
        <p:spPr>
          <a:xfrm>
            <a:off x="8182947" y="1768765"/>
            <a:ext cx="3666931" cy="4121965"/>
          </a:xfrm>
        </p:spPr>
        <p:txBody>
          <a:bodyPr anchor="t">
            <a:noAutofit/>
          </a:bodyPr>
          <a:lstStyle>
            <a:lvl1pPr marL="0" indent="0" algn="l">
              <a:buNone/>
              <a:defRPr sz="1400" b="0">
                <a:solidFill>
                  <a:schemeClr val="tx1"/>
                </a:solidFill>
                <a:latin typeface="+mn-ea"/>
                <a:ea typeface="+mn-ea"/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200"/>
            </a:lvl3pPr>
            <a:lvl4pPr marL="1371600" indent="0">
              <a:buNone/>
              <a:defRPr sz="1200"/>
            </a:lvl4pPr>
            <a:lvl5pPr marL="1828800" indent="0">
              <a:buNone/>
              <a:defRPr sz="1200"/>
            </a:lvl5pPr>
          </a:lstStyle>
          <a:p>
            <a:pPr lvl="0"/>
            <a:r>
              <a:rPr lang="en-US" altLang="ko-KR" err="1"/>
              <a:t>etc</a:t>
            </a:r>
            <a:endParaRPr lang="en-KR"/>
          </a:p>
        </p:txBody>
      </p:sp>
      <p:sp>
        <p:nvSpPr>
          <p:cNvPr id="3" name="Slide Number Placeholder 5">
            <a:extLst>
              <a:ext uri="{FF2B5EF4-FFF2-40B4-BE49-F238E27FC236}">
                <a16:creationId xmlns:a16="http://schemas.microsoft.com/office/drawing/2014/main" id="{E9B1136E-8668-97B2-72E4-D190862B30D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5888763" y="6428108"/>
            <a:ext cx="527939" cy="365343"/>
          </a:xfrm>
        </p:spPr>
        <p:txBody>
          <a:bodyPr/>
          <a:lstStyle>
            <a:lvl1pPr algn="ctr">
              <a:defRPr sz="1200">
                <a:solidFill>
                  <a:srgbClr val="173F69"/>
                </a:solidFill>
              </a:defRPr>
            </a:lvl1pPr>
          </a:lstStyle>
          <a:p>
            <a:fld id="{DBA1B0FB-D917-4C8C-928F-313BD683BF39}" type="slidenum">
              <a:rPr lang="en-US" smtClean="0"/>
              <a:pPr/>
              <a:t>‹#›</a:t>
            </a:fld>
            <a:endParaRPr lang="en-US">
              <a:solidFill>
                <a:srgbClr val="173F69"/>
              </a:solidFill>
            </a:endParaRPr>
          </a:p>
        </p:txBody>
      </p:sp>
      <p:sp>
        <p:nvSpPr>
          <p:cNvPr id="10" name="직사각형 4">
            <a:extLst>
              <a:ext uri="{FF2B5EF4-FFF2-40B4-BE49-F238E27FC236}">
                <a16:creationId xmlns:a16="http://schemas.microsoft.com/office/drawing/2014/main" id="{352E39E5-E2CC-631E-0E06-AFA56727B8C1}"/>
              </a:ext>
            </a:extLst>
          </p:cNvPr>
          <p:cNvSpPr/>
          <p:nvPr userDrawn="1"/>
        </p:nvSpPr>
        <p:spPr>
          <a:xfrm>
            <a:off x="113742" y="6320455"/>
            <a:ext cx="11952000" cy="10800"/>
          </a:xfrm>
          <a:prstGeom prst="rect">
            <a:avLst/>
          </a:prstGeom>
          <a:solidFill>
            <a:srgbClr val="173F69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>
              <a:ln>
                <a:solidFill>
                  <a:srgbClr val="51B3C7">
                    <a:alpha val="0"/>
                  </a:srgbClr>
                </a:solidFill>
              </a:ln>
            </a:endParaRPr>
          </a:p>
        </p:txBody>
      </p:sp>
      <p:pic>
        <p:nvPicPr>
          <p:cNvPr id="12" name="그림 11">
            <a:extLst>
              <a:ext uri="{FF2B5EF4-FFF2-40B4-BE49-F238E27FC236}">
                <a16:creationId xmlns:a16="http://schemas.microsoft.com/office/drawing/2014/main" id="{D7D07461-5D0B-45C7-3665-7B5E787FB41A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11117263" y="6424779"/>
            <a:ext cx="889000" cy="355869"/>
          </a:xfrm>
          <a:prstGeom prst="rect">
            <a:avLst/>
          </a:prstGeom>
        </p:spPr>
      </p:pic>
      <p:sp>
        <p:nvSpPr>
          <p:cNvPr id="4" name="직사각형 3">
            <a:extLst>
              <a:ext uri="{FF2B5EF4-FFF2-40B4-BE49-F238E27FC236}">
                <a16:creationId xmlns:a16="http://schemas.microsoft.com/office/drawing/2014/main" id="{25244CDF-D689-86EA-36C2-B3FC4C1BBDA3}"/>
              </a:ext>
            </a:extLst>
          </p:cNvPr>
          <p:cNvSpPr/>
          <p:nvPr userDrawn="1"/>
        </p:nvSpPr>
        <p:spPr>
          <a:xfrm flipV="1">
            <a:off x="167235" y="1114008"/>
            <a:ext cx="11839028" cy="45719"/>
          </a:xfrm>
          <a:prstGeom prst="rect">
            <a:avLst/>
          </a:prstGeom>
          <a:solidFill>
            <a:srgbClr val="1F3B6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>
              <a:ln>
                <a:solidFill>
                  <a:srgbClr val="51B3C7">
                    <a:alpha val="0"/>
                  </a:srgbClr>
                </a:solidFill>
              </a:ln>
              <a:solidFill>
                <a:srgbClr val="D7DEEB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253794423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image" Target="../media/image1.png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0F8AED75-EEC9-1A31-C364-0B42A210E0C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KR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832E5918-D125-28D6-E9B1-A57944DFA93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KR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C9BAEA2-ADB3-FFDC-E701-2B0493529365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486982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4B7063F2-4A17-2840-B41E-FB03B5E6A266}" type="datetime1">
              <a:rPr lang="en-US" smtClean="0"/>
              <a:t>3/17/2026</a:t>
            </a:fld>
            <a:endParaRPr lang="en-KR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3D0CA86-1459-9603-9289-4C10A9934D78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486982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KR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FA0BE37-0651-C17D-8A54-EA9D49C0A91F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9126324" y="649130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D6E742A3-68B5-4C46-9AFE-90184640D1B4}" type="slidenum">
              <a:rPr lang="en-KR" smtClean="0"/>
              <a:t>‹#›</a:t>
            </a:fld>
            <a:endParaRPr lang="en-KR"/>
          </a:p>
        </p:txBody>
      </p:sp>
      <p:pic>
        <p:nvPicPr>
          <p:cNvPr id="8" name="Picture 7" descr="A blue text on a black background&#10;&#10;AI-generated content may be incorrect.">
            <a:extLst>
              <a:ext uri="{FF2B5EF4-FFF2-40B4-BE49-F238E27FC236}">
                <a16:creationId xmlns:a16="http://schemas.microsoft.com/office/drawing/2014/main" id="{C760F178-14E6-89B7-D282-8BFCA416EAEA}"/>
              </a:ext>
            </a:extLst>
          </p:cNvPr>
          <p:cNvPicPr>
            <a:picLocks noChangeAspect="1"/>
          </p:cNvPicPr>
          <p:nvPr userDrawn="1"/>
        </p:nvPicPr>
        <p:blipFill>
          <a:blip r:embed="rId15"/>
          <a:stretch>
            <a:fillRect/>
          </a:stretch>
        </p:blipFill>
        <p:spPr>
          <a:xfrm>
            <a:off x="10496117" y="14515"/>
            <a:ext cx="1378384" cy="54428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3407350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21" r:id="rId1"/>
    <p:sldLayoutId id="2147483722" r:id="rId2"/>
    <p:sldLayoutId id="2147483723" r:id="rId3"/>
    <p:sldLayoutId id="2147483724" r:id="rId4"/>
    <p:sldLayoutId id="2147483725" r:id="rId5"/>
    <p:sldLayoutId id="2147483726" r:id="rId6"/>
    <p:sldLayoutId id="2147483727" r:id="rId7"/>
    <p:sldLayoutId id="2147483728" r:id="rId8"/>
    <p:sldLayoutId id="2147483729" r:id="rId9"/>
    <p:sldLayoutId id="2147483730" r:id="rId10"/>
    <p:sldLayoutId id="2147483731" r:id="rId11"/>
    <p:sldLayoutId id="2147483732" r:id="rId12"/>
    <p:sldLayoutId id="2147483734" r:id="rId13"/>
  </p:sldLayoutIdLst>
  <p:hf hdr="0" ft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KR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12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13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13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13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13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13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13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13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13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hyperlink" Target="https://raw.githubusercontent.com/SumoLogic/sumologic-azure-function/master/BlockBlobReader/src/blobreaderdeploy.json" TargetMode="External"/><Relationship Id="rId1" Type="http://schemas.openxmlformats.org/officeDocument/2006/relationships/slideLayout" Target="../slideLayouts/slideLayout13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13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13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13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13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8.png"/><Relationship Id="rId1" Type="http://schemas.openxmlformats.org/officeDocument/2006/relationships/slideLayout" Target="../slideLayouts/slideLayout13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9.png"/><Relationship Id="rId1" Type="http://schemas.openxmlformats.org/officeDocument/2006/relationships/slideLayout" Target="../slideLayouts/slideLayout13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20.png"/><Relationship Id="rId1" Type="http://schemas.openxmlformats.org/officeDocument/2006/relationships/slideLayout" Target="../slideLayouts/slideLayout13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21.png"/><Relationship Id="rId1" Type="http://schemas.openxmlformats.org/officeDocument/2006/relationships/slideLayout" Target="../slideLayouts/slideLayout13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22.png"/><Relationship Id="rId1" Type="http://schemas.openxmlformats.org/officeDocument/2006/relationships/slideLayout" Target="../slideLayouts/slideLayout13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23.png"/><Relationship Id="rId1" Type="http://schemas.openxmlformats.org/officeDocument/2006/relationships/slideLayout" Target="../slideLayouts/slideLayout13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4.png"/><Relationship Id="rId1" Type="http://schemas.openxmlformats.org/officeDocument/2006/relationships/slideLayout" Target="../slideLayouts/slideLayout13.xml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6.png"/><Relationship Id="rId2" Type="http://schemas.openxmlformats.org/officeDocument/2006/relationships/image" Target="../media/image25.png"/><Relationship Id="rId1" Type="http://schemas.openxmlformats.org/officeDocument/2006/relationships/slideLayout" Target="../slideLayouts/slideLayout13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7.png"/><Relationship Id="rId1" Type="http://schemas.openxmlformats.org/officeDocument/2006/relationships/slideLayout" Target="../slideLayouts/slideLayout13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8.png"/><Relationship Id="rId1" Type="http://schemas.openxmlformats.org/officeDocument/2006/relationships/slideLayout" Target="../slideLayouts/slideLayout13.xml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9.png"/><Relationship Id="rId1" Type="http://schemas.openxmlformats.org/officeDocument/2006/relationships/slideLayout" Target="../slideLayouts/slideLayout13.xml"/></Relationships>
</file>

<file path=ppt/slides/_rels/slide2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1.png"/><Relationship Id="rId2" Type="http://schemas.openxmlformats.org/officeDocument/2006/relationships/image" Target="../media/image30.png"/><Relationship Id="rId1" Type="http://schemas.openxmlformats.org/officeDocument/2006/relationships/slideLayout" Target="../slideLayouts/slideLayout13.xml"/></Relationships>
</file>

<file path=ppt/slides/_rels/slide27.xml.rels><?xml version="1.0" encoding="UTF-8" standalone="yes"?>
<Relationships xmlns="http://schemas.openxmlformats.org/package/2006/relationships"><Relationship Id="rId2" Type="http://schemas.openxmlformats.org/officeDocument/2006/relationships/image" Target="../media/image32.png"/><Relationship Id="rId1" Type="http://schemas.openxmlformats.org/officeDocument/2006/relationships/slideLayout" Target="../slideLayouts/slideLayout13.xml"/></Relationships>
</file>

<file path=ppt/slides/_rels/slide28.xml.rels><?xml version="1.0" encoding="UTF-8" standalone="yes"?>
<Relationships xmlns="http://schemas.openxmlformats.org/package/2006/relationships"><Relationship Id="rId2" Type="http://schemas.openxmlformats.org/officeDocument/2006/relationships/image" Target="../media/image33.png"/><Relationship Id="rId1" Type="http://schemas.openxmlformats.org/officeDocument/2006/relationships/slideLayout" Target="../slideLayouts/slideLayout13.xml"/></Relationships>
</file>

<file path=ppt/slides/_rels/slide29.xml.rels><?xml version="1.0" encoding="UTF-8" standalone="yes"?>
<Relationships xmlns="http://schemas.openxmlformats.org/package/2006/relationships"><Relationship Id="rId2" Type="http://schemas.openxmlformats.org/officeDocument/2006/relationships/image" Target="../media/image34.png"/><Relationship Id="rId1" Type="http://schemas.openxmlformats.org/officeDocument/2006/relationships/slideLayout" Target="../slideLayouts/slideLayout13.xml"/></Relationships>
</file>

<file path=ppt/slides/_rels/slide30.xml.rels><?xml version="1.0" encoding="UTF-8" standalone="yes"?>
<Relationships xmlns="http://schemas.openxmlformats.org/package/2006/relationships"><Relationship Id="rId2" Type="http://schemas.openxmlformats.org/officeDocument/2006/relationships/image" Target="../media/image35.png"/><Relationship Id="rId1" Type="http://schemas.openxmlformats.org/officeDocument/2006/relationships/slideLayout" Target="../slideLayouts/slideLayout13.xml"/></Relationships>
</file>

<file path=ppt/slides/_rels/slide31.xml.rels><?xml version="1.0" encoding="UTF-8" standalone="yes"?>
<Relationships xmlns="http://schemas.openxmlformats.org/package/2006/relationships"><Relationship Id="rId2" Type="http://schemas.openxmlformats.org/officeDocument/2006/relationships/image" Target="../media/image36.png"/><Relationship Id="rId1" Type="http://schemas.openxmlformats.org/officeDocument/2006/relationships/slideLayout" Target="../slideLayouts/slideLayout13.xml"/></Relationships>
</file>

<file path=ppt/slides/_rels/slide32.xml.rels><?xml version="1.0" encoding="UTF-8" standalone="yes"?>
<Relationships xmlns="http://schemas.openxmlformats.org/package/2006/relationships"><Relationship Id="rId2" Type="http://schemas.openxmlformats.org/officeDocument/2006/relationships/image" Target="../media/image37.png"/><Relationship Id="rId1" Type="http://schemas.openxmlformats.org/officeDocument/2006/relationships/slideLayout" Target="../slideLayouts/slideLayout13.xml"/></Relationships>
</file>

<file path=ppt/slides/_rels/slide3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8.png"/><Relationship Id="rId1" Type="http://schemas.openxmlformats.org/officeDocument/2006/relationships/slideLayout" Target="../slideLayouts/slideLayout13.xml"/></Relationships>
</file>

<file path=ppt/slides/_rels/slide3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2.png"/><Relationship Id="rId1" Type="http://schemas.openxmlformats.org/officeDocument/2006/relationships/slideLayout" Target="../slideLayouts/slideLayout13.xml"/></Relationships>
</file>

<file path=ppt/slides/_rels/slide35.xml.rels><?xml version="1.0" encoding="UTF-8" standalone="yes"?>
<Relationships xmlns="http://schemas.openxmlformats.org/package/2006/relationships"><Relationship Id="rId2" Type="http://schemas.openxmlformats.org/officeDocument/2006/relationships/image" Target="../media/image39.png"/><Relationship Id="rId1" Type="http://schemas.openxmlformats.org/officeDocument/2006/relationships/slideLayout" Target="../slideLayouts/slideLayout13.xml"/></Relationships>
</file>

<file path=ppt/slides/_rels/slide36.xml.rels><?xml version="1.0" encoding="UTF-8" standalone="yes"?>
<Relationships xmlns="http://schemas.openxmlformats.org/package/2006/relationships"><Relationship Id="rId2" Type="http://schemas.openxmlformats.org/officeDocument/2006/relationships/image" Target="../media/image40.png"/><Relationship Id="rId1" Type="http://schemas.openxmlformats.org/officeDocument/2006/relationships/slideLayout" Target="../slideLayouts/slideLayout13.xml"/></Relationships>
</file>

<file path=ppt/slides/_rels/slide37.xml.rels><?xml version="1.0" encoding="UTF-8" standalone="yes"?>
<Relationships xmlns="http://schemas.openxmlformats.org/package/2006/relationships"><Relationship Id="rId2" Type="http://schemas.openxmlformats.org/officeDocument/2006/relationships/image" Target="../media/image41.png"/><Relationship Id="rId1" Type="http://schemas.openxmlformats.org/officeDocument/2006/relationships/slideLayout" Target="../slideLayouts/slideLayout13.xml"/></Relationships>
</file>

<file path=ppt/slides/_rels/slide38.xml.rels><?xml version="1.0" encoding="UTF-8" standalone="yes"?>
<Relationships xmlns="http://schemas.openxmlformats.org/package/2006/relationships"><Relationship Id="rId2" Type="http://schemas.openxmlformats.org/officeDocument/2006/relationships/image" Target="../media/image42.png"/><Relationship Id="rId1" Type="http://schemas.openxmlformats.org/officeDocument/2006/relationships/slideLayout" Target="../slideLayouts/slideLayout13.xml"/></Relationships>
</file>

<file path=ppt/slides/_rels/slide39.xml.rels><?xml version="1.0" encoding="UTF-8" standalone="yes"?>
<Relationships xmlns="http://schemas.openxmlformats.org/package/2006/relationships"><Relationship Id="rId2" Type="http://schemas.openxmlformats.org/officeDocument/2006/relationships/image" Target="../media/image43.png"/><Relationship Id="rId1" Type="http://schemas.openxmlformats.org/officeDocument/2006/relationships/slideLayout" Target="../slideLayouts/slideLayout1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92418E2-9DAA-EAC7-0201-1B4A5EDD193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itle 1">
            <a:extLst>
              <a:ext uri="{FF2B5EF4-FFF2-40B4-BE49-F238E27FC236}">
                <a16:creationId xmlns:a16="http://schemas.microsoft.com/office/drawing/2014/main" id="{4F0D9CBE-0667-6FC8-41EA-A02739C5873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348387" y="2508004"/>
            <a:ext cx="9201369" cy="1182791"/>
          </a:xfrm>
        </p:spPr>
        <p:txBody>
          <a:bodyPr anchor="b">
            <a:noAutofit/>
          </a:bodyPr>
          <a:lstStyle/>
          <a:p>
            <a:pPr algn="ctr"/>
            <a:r>
              <a:rPr lang="en-US" altLang="ko-KR" sz="4000" dirty="0">
                <a:latin typeface="나눔고딕 ExtraBold" panose="020D0904000000000000" pitchFamily="50" charset="-127"/>
                <a:ea typeface="나눔고딕 ExtraBold" panose="020D0904000000000000" pitchFamily="50" charset="-127"/>
              </a:rPr>
              <a:t>Azure Blob</a:t>
            </a:r>
            <a:r>
              <a:rPr lang="ko-KR" altLang="en-US" sz="4000" dirty="0">
                <a:latin typeface="나눔고딕 ExtraBold" panose="020D0904000000000000" pitchFamily="50" charset="-127"/>
                <a:ea typeface="나눔고딕 ExtraBold" panose="020D0904000000000000" pitchFamily="50" charset="-127"/>
              </a:rPr>
              <a:t> </a:t>
            </a:r>
            <a:r>
              <a:rPr lang="en-US" altLang="ko-KR" sz="4000" dirty="0">
                <a:latin typeface="나눔고딕 ExtraBold" panose="020D0904000000000000" pitchFamily="50" charset="-127"/>
                <a:ea typeface="나눔고딕 ExtraBold" panose="020D0904000000000000" pitchFamily="50" charset="-127"/>
              </a:rPr>
              <a:t>Storage</a:t>
            </a:r>
            <a:r>
              <a:rPr lang="ko-KR" altLang="en-US" sz="4000" dirty="0">
                <a:latin typeface="나눔고딕 ExtraBold" panose="020D0904000000000000" pitchFamily="50" charset="-127"/>
                <a:ea typeface="나눔고딕 ExtraBold" panose="020D0904000000000000" pitchFamily="50" charset="-127"/>
              </a:rPr>
              <a:t> </a:t>
            </a:r>
            <a:r>
              <a:rPr lang="en-US" altLang="ko-KR" sz="4000" dirty="0">
                <a:latin typeface="나눔고딕 ExtraBold" panose="020D0904000000000000" pitchFamily="50" charset="-127"/>
                <a:ea typeface="나눔고딕 ExtraBold" panose="020D0904000000000000" pitchFamily="50" charset="-127"/>
              </a:rPr>
              <a:t>Log </a:t>
            </a:r>
            <a:br>
              <a:rPr lang="en-US" altLang="ko-KR" sz="4000" dirty="0">
                <a:latin typeface="나눔고딕 ExtraBold" panose="020D0904000000000000" pitchFamily="50" charset="-127"/>
                <a:ea typeface="나눔고딕 ExtraBold" panose="020D0904000000000000" pitchFamily="50" charset="-127"/>
              </a:rPr>
            </a:br>
            <a:r>
              <a:rPr lang="ko-KR" altLang="en-US" sz="4000" dirty="0">
                <a:latin typeface="나눔고딕 ExtraBold" panose="020D0904000000000000" pitchFamily="50" charset="-127"/>
                <a:ea typeface="나눔고딕 ExtraBold" panose="020D0904000000000000" pitchFamily="50" charset="-127"/>
              </a:rPr>
              <a:t>연동 가이드</a:t>
            </a:r>
            <a:r>
              <a:rPr lang="en-US" altLang="ko-KR" sz="4000" dirty="0">
                <a:latin typeface="나눔고딕 ExtraBold" panose="020D0904000000000000" pitchFamily="50" charset="-127"/>
                <a:ea typeface="나눔고딕 ExtraBold" panose="020D0904000000000000" pitchFamily="50" charset="-127"/>
              </a:rPr>
              <a:t>(</a:t>
            </a:r>
            <a:r>
              <a:rPr lang="ko-KR" altLang="en-US" sz="4000" dirty="0">
                <a:latin typeface="나눔고딕 ExtraBold" panose="020D0904000000000000" pitchFamily="50" charset="-127"/>
                <a:ea typeface="나눔고딕 ExtraBold" panose="020D0904000000000000" pitchFamily="50" charset="-127"/>
              </a:rPr>
              <a:t>암호화</a:t>
            </a:r>
            <a:r>
              <a:rPr lang="en-US" altLang="ko-KR" sz="4000" dirty="0">
                <a:latin typeface="나눔고딕 ExtraBold" panose="020D0904000000000000" pitchFamily="50" charset="-127"/>
                <a:ea typeface="나눔고딕 ExtraBold" panose="020D0904000000000000" pitchFamily="50" charset="-127"/>
              </a:rPr>
              <a:t>)</a:t>
            </a:r>
            <a:endParaRPr lang="en-US" sz="4000" dirty="0">
              <a:latin typeface="나눔고딕 ExtraBold" panose="020D0904000000000000" pitchFamily="50" charset="-127"/>
              <a:ea typeface="나눔고딕 ExtraBold" panose="020D0904000000000000" pitchFamily="50" charset="-127"/>
            </a:endParaRPr>
          </a:p>
        </p:txBody>
      </p:sp>
      <p:sp>
        <p:nvSpPr>
          <p:cNvPr id="4" name="Title 1">
            <a:extLst>
              <a:ext uri="{FF2B5EF4-FFF2-40B4-BE49-F238E27FC236}">
                <a16:creationId xmlns:a16="http://schemas.microsoft.com/office/drawing/2014/main" id="{61041E18-13C5-FAEE-FC8A-41A970319AD6}"/>
              </a:ext>
            </a:extLst>
          </p:cNvPr>
          <p:cNvSpPr txBox="1">
            <a:spLocks/>
          </p:cNvSpPr>
          <p:nvPr/>
        </p:nvSpPr>
        <p:spPr>
          <a:xfrm>
            <a:off x="7281341" y="4625863"/>
            <a:ext cx="3771766" cy="906408"/>
          </a:xfrm>
          <a:prstGeom prst="rect">
            <a:avLst/>
          </a:prstGeom>
        </p:spPr>
        <p:txBody>
          <a:bodyPr vert="horz" lIns="82953" tIns="41476" rIns="82953" bIns="41476" rtlCol="0" anchor="b">
            <a:normAutofit fontScale="97500"/>
          </a:bodyPr>
          <a:lstStyle>
            <a:lvl1pPr algn="l" defTabSz="801929" rtl="0" eaLnBrk="1" latinLnBrk="1" hangingPunct="1">
              <a:lnSpc>
                <a:spcPct val="90000"/>
              </a:lnSpc>
              <a:spcBef>
                <a:spcPct val="0"/>
              </a:spcBef>
              <a:buNone/>
              <a:defRPr sz="5262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>
              <a:lnSpc>
                <a:spcPct val="170000"/>
              </a:lnSpc>
            </a:pPr>
            <a:endParaRPr lang="en-US" altLang="ko-KR" sz="2177">
              <a:latin typeface="나눔고딕 ExtraBold" panose="020D0904000000000000" pitchFamily="50" charset="-127"/>
              <a:ea typeface="나눔고딕 ExtraBold" panose="020D0904000000000000" pitchFamily="50" charset="-127"/>
            </a:endParaRPr>
          </a:p>
        </p:txBody>
      </p:sp>
      <p:pic>
        <p:nvPicPr>
          <p:cNvPr id="2" name="그림 1">
            <a:extLst>
              <a:ext uri="{FF2B5EF4-FFF2-40B4-BE49-F238E27FC236}">
                <a16:creationId xmlns:a16="http://schemas.microsoft.com/office/drawing/2014/main" id="{02C906D9-A756-50DB-CFA2-3A63AA0B997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486922" y="1108049"/>
            <a:ext cx="1658057" cy="57174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30257987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19796AA-7210-EFE6-6085-8FD9F97AD77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767448E8-DD85-E9D5-95AF-650E33262104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/>
        <p:txBody>
          <a:bodyPr/>
          <a:lstStyle/>
          <a:p>
            <a:r>
              <a:rPr kumimoji="1" lang="en-US" altLang="ko-KR" dirty="0">
                <a:latin typeface="나눔고딕" pitchFamily="2" charset="-127"/>
                <a:ea typeface="나눔고딕" pitchFamily="2" charset="-127"/>
              </a:rPr>
              <a:t>1. </a:t>
            </a:r>
            <a:r>
              <a:rPr kumimoji="1" lang="ko-KR" altLang="en-US" dirty="0">
                <a:latin typeface="나눔고딕" pitchFamily="2" charset="-127"/>
                <a:ea typeface="나눔고딕" pitchFamily="2" charset="-127"/>
              </a:rPr>
              <a:t>기본 암호화 </a:t>
            </a:r>
            <a:r>
              <a:rPr kumimoji="1" lang="en-US" altLang="ko-KR" dirty="0">
                <a:latin typeface="나눔고딕" pitchFamily="2" charset="-127"/>
                <a:ea typeface="나눔고딕" pitchFamily="2" charset="-127"/>
              </a:rPr>
              <a:t>(Microsoft </a:t>
            </a:r>
            <a:r>
              <a:rPr kumimoji="1" lang="ko-KR" altLang="en-US" dirty="0">
                <a:latin typeface="나눔고딕" pitchFamily="2" charset="-127"/>
                <a:ea typeface="나눔고딕" pitchFamily="2" charset="-127"/>
              </a:rPr>
              <a:t>관리 키</a:t>
            </a:r>
            <a:r>
              <a:rPr kumimoji="1" lang="en-US" altLang="ko-KR" dirty="0">
                <a:latin typeface="나눔고딕" pitchFamily="2" charset="-127"/>
                <a:ea typeface="나눔고딕" pitchFamily="2" charset="-127"/>
              </a:rPr>
              <a:t>)</a:t>
            </a:r>
            <a:endParaRPr kumimoji="1" lang="ko-KR" altLang="en-US" dirty="0">
              <a:latin typeface="나눔고딕" pitchFamily="2" charset="-127"/>
              <a:ea typeface="나눔고딕" pitchFamily="2" charset="-127"/>
            </a:endParaRPr>
          </a:p>
        </p:txBody>
      </p:sp>
      <p:sp>
        <p:nvSpPr>
          <p:cNvPr id="5" name="텍스트 개체 틀 4">
            <a:extLst>
              <a:ext uri="{FF2B5EF4-FFF2-40B4-BE49-F238E27FC236}">
                <a16:creationId xmlns:a16="http://schemas.microsoft.com/office/drawing/2014/main" id="{4AB752A8-C5BA-EE38-3D2A-2BD323299778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167237" y="757921"/>
            <a:ext cx="10592845" cy="350285"/>
          </a:xfrm>
        </p:spPr>
        <p:txBody>
          <a:bodyPr vert="horz" lIns="91440" tIns="45720" rIns="91440" bIns="45720" rtlCol="0" anchor="ctr">
            <a:noAutofit/>
          </a:bodyPr>
          <a:lstStyle/>
          <a:p>
            <a:r>
              <a:rPr lang="en-US" altLang="ko-KR" sz="1400" dirty="0">
                <a:solidFill>
                  <a:srgbClr val="1F3B63"/>
                </a:solidFill>
                <a:latin typeface="나눔고딕" pitchFamily="2" charset="-127"/>
                <a:ea typeface="나눔고딕" pitchFamily="2" charset="-127"/>
              </a:rPr>
              <a:t>1-1-1. Sumo Logic </a:t>
            </a:r>
            <a:r>
              <a:rPr lang="ko-KR" altLang="en-US" sz="1400" dirty="0">
                <a:solidFill>
                  <a:srgbClr val="1F3B63"/>
                </a:solidFill>
                <a:latin typeface="나눔고딕" pitchFamily="2" charset="-127"/>
                <a:ea typeface="나눔고딕" pitchFamily="2" charset="-127"/>
              </a:rPr>
              <a:t>콘솔 → </a:t>
            </a:r>
            <a:r>
              <a:rPr lang="en-US" altLang="ko-KR" sz="1400" dirty="0">
                <a:solidFill>
                  <a:srgbClr val="1F3B63"/>
                </a:solidFill>
                <a:latin typeface="나눔고딕" pitchFamily="2" charset="-127"/>
                <a:ea typeface="나눔고딕" pitchFamily="2" charset="-127"/>
              </a:rPr>
              <a:t>Data Management → Collection → Add Collector</a:t>
            </a:r>
            <a:endParaRPr lang="ko-KR" altLang="en-US" sz="1400" dirty="0">
              <a:solidFill>
                <a:srgbClr val="1F3B63"/>
              </a:solidFill>
              <a:latin typeface="나눔고딕" pitchFamily="2" charset="-127"/>
              <a:ea typeface="나눔고딕" pitchFamily="2" charset="-127"/>
            </a:endParaRPr>
          </a:p>
        </p:txBody>
      </p:sp>
      <p:sp>
        <p:nvSpPr>
          <p:cNvPr id="7" name="텍스트 개체 틀 6">
            <a:extLst>
              <a:ext uri="{FF2B5EF4-FFF2-40B4-BE49-F238E27FC236}">
                <a16:creationId xmlns:a16="http://schemas.microsoft.com/office/drawing/2014/main" id="{53A05FC9-715A-1A28-B83F-439D67F0ADB7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/>
        <p:txBody>
          <a:bodyPr/>
          <a:lstStyle/>
          <a:p>
            <a:r>
              <a:rPr kumimoji="1" lang="ko-KR" altLang="en-US" sz="1400" b="0">
                <a:latin typeface="나눔고딕" pitchFamily="2" charset="-127"/>
                <a:ea typeface="나눔고딕" pitchFamily="2" charset="-127"/>
              </a:rPr>
              <a:t>이미지</a:t>
            </a:r>
          </a:p>
        </p:txBody>
      </p:sp>
      <p:sp>
        <p:nvSpPr>
          <p:cNvPr id="8" name="텍스트 개체 틀 7">
            <a:extLst>
              <a:ext uri="{FF2B5EF4-FFF2-40B4-BE49-F238E27FC236}">
                <a16:creationId xmlns:a16="http://schemas.microsoft.com/office/drawing/2014/main" id="{241DA072-F921-A26D-D4EE-1E27F28CEDE9}"/>
              </a:ext>
            </a:extLst>
          </p:cNvPr>
          <p:cNvSpPr>
            <a:spLocks noGrp="1"/>
          </p:cNvSpPr>
          <p:nvPr>
            <p:ph type="body" sz="quarter" idx="20"/>
          </p:nvPr>
        </p:nvSpPr>
        <p:spPr/>
        <p:txBody>
          <a:bodyPr/>
          <a:lstStyle/>
          <a:p>
            <a:r>
              <a:rPr kumimoji="1" lang="ko-KR" altLang="en-US" sz="1400" b="0">
                <a:latin typeface="나눔고딕" pitchFamily="2" charset="-127"/>
                <a:ea typeface="나눔고딕" pitchFamily="2" charset="-127"/>
              </a:rPr>
              <a:t>설명</a:t>
            </a:r>
            <a:endParaRPr kumimoji="1" lang="en-US" altLang="ko-KR" sz="1400" b="0">
              <a:latin typeface="나눔고딕" pitchFamily="2" charset="-127"/>
              <a:ea typeface="나눔고딕" pitchFamily="2" charset="-127"/>
            </a:endParaRPr>
          </a:p>
        </p:txBody>
      </p:sp>
      <p:sp>
        <p:nvSpPr>
          <p:cNvPr id="9" name="텍스트 개체 틀 8">
            <a:extLst>
              <a:ext uri="{FF2B5EF4-FFF2-40B4-BE49-F238E27FC236}">
                <a16:creationId xmlns:a16="http://schemas.microsoft.com/office/drawing/2014/main" id="{C8C03A59-2D39-2022-DC45-744CF7425175}"/>
              </a:ext>
            </a:extLst>
          </p:cNvPr>
          <p:cNvSpPr>
            <a:spLocks noGrp="1"/>
          </p:cNvSpPr>
          <p:nvPr>
            <p:ph type="body" sz="quarter" idx="21"/>
          </p:nvPr>
        </p:nvSpPr>
        <p:spPr>
          <a:xfrm>
            <a:off x="8044544" y="1664441"/>
            <a:ext cx="3980220" cy="4509590"/>
          </a:xfrm>
        </p:spPr>
        <p:txBody>
          <a:bodyPr anchor="t"/>
          <a:lstStyle/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kumimoji="1" lang="en-US" altLang="ko-KR">
                <a:latin typeface="NanumGothic" panose="020D0604000000000000" pitchFamily="34" charset="-127"/>
                <a:ea typeface="NanumGothic" panose="020D0604000000000000" pitchFamily="34" charset="-127"/>
              </a:rPr>
              <a:t>Sumo Logic </a:t>
            </a:r>
            <a:r>
              <a:rPr kumimoji="1" lang="ko-KR" altLang="en-US">
                <a:latin typeface="NanumGothic" panose="020D0604000000000000" pitchFamily="34" charset="-127"/>
                <a:ea typeface="NanumGothic" panose="020D0604000000000000" pitchFamily="34" charset="-127"/>
              </a:rPr>
              <a:t>콘솔 → </a:t>
            </a:r>
            <a:r>
              <a:rPr kumimoji="1" lang="en-US" altLang="ko-KR">
                <a:latin typeface="NanumGothic" panose="020D0604000000000000" pitchFamily="34" charset="-127"/>
                <a:ea typeface="NanumGothic" panose="020D0604000000000000" pitchFamily="34" charset="-127"/>
              </a:rPr>
              <a:t>Data Management → Collection → Collection → Add</a:t>
            </a:r>
            <a:r>
              <a:rPr kumimoji="1" lang="ko-KR" altLang="en-US">
                <a:latin typeface="NanumGothic" panose="020D0604000000000000" pitchFamily="34" charset="-127"/>
                <a:ea typeface="NanumGothic" panose="020D0604000000000000" pitchFamily="34" charset="-127"/>
              </a:rPr>
              <a:t> </a:t>
            </a:r>
            <a:r>
              <a:rPr kumimoji="1" lang="en-US" altLang="ko-KR">
                <a:latin typeface="NanumGothic" panose="020D0604000000000000" pitchFamily="34" charset="-127"/>
                <a:ea typeface="NanumGothic" panose="020D0604000000000000" pitchFamily="34" charset="-127"/>
              </a:rPr>
              <a:t>Collector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AFD4BF0-9C41-D186-ED61-E9BEDB9E7AEC}"/>
              </a:ext>
            </a:extLst>
          </p:cNvPr>
          <p:cNvSpPr txBox="1">
            <a:spLocks/>
          </p:cNvSpPr>
          <p:nvPr/>
        </p:nvSpPr>
        <p:spPr>
          <a:xfrm>
            <a:off x="5883116" y="6424779"/>
            <a:ext cx="423452" cy="365343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ctr" defTabSz="457200" rtl="0" eaLnBrk="1" latinLnBrk="0" hangingPunct="1"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DBA1B0FB-D917-4C8C-928F-313BD683BF39}" type="slidenum">
              <a:rPr lang="en-US" smtClean="0">
                <a:solidFill>
                  <a:srgbClr val="173F69"/>
                </a:solidFill>
              </a:rPr>
              <a:pPr/>
              <a:t>2</a:t>
            </a:fld>
            <a:endParaRPr lang="en-US">
              <a:solidFill>
                <a:srgbClr val="173F69"/>
              </a:solidFill>
            </a:endParaRPr>
          </a:p>
        </p:txBody>
      </p:sp>
      <p:pic>
        <p:nvPicPr>
          <p:cNvPr id="4" name="그림 3">
            <a:extLst>
              <a:ext uri="{FF2B5EF4-FFF2-40B4-BE49-F238E27FC236}">
                <a16:creationId xmlns:a16="http://schemas.microsoft.com/office/drawing/2014/main" id="{03DD8B6F-E160-A54C-4DCA-1360925C171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67236" y="1795378"/>
            <a:ext cx="7720920" cy="424771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26864517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3B8466C-46B4-6BF3-2001-B1E56070694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0E9368FF-FE36-CC68-827F-8BD7D9C2DA97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/>
        <p:txBody>
          <a:bodyPr/>
          <a:lstStyle/>
          <a:p>
            <a:r>
              <a:rPr kumimoji="1" lang="en-US" altLang="ko-KR" dirty="0">
                <a:latin typeface="나눔고딕" pitchFamily="2" charset="-127"/>
                <a:ea typeface="나눔고딕" pitchFamily="2" charset="-127"/>
              </a:rPr>
              <a:t>1. </a:t>
            </a:r>
            <a:r>
              <a:rPr kumimoji="1" lang="ko-KR" altLang="en-US" dirty="0">
                <a:latin typeface="나눔고딕" pitchFamily="2" charset="-127"/>
                <a:ea typeface="나눔고딕" pitchFamily="2" charset="-127"/>
              </a:rPr>
              <a:t>기본 암호화 </a:t>
            </a:r>
            <a:r>
              <a:rPr kumimoji="1" lang="en-US" altLang="ko-KR" dirty="0">
                <a:latin typeface="나눔고딕" pitchFamily="2" charset="-127"/>
                <a:ea typeface="나눔고딕" pitchFamily="2" charset="-127"/>
              </a:rPr>
              <a:t>(Microsoft </a:t>
            </a:r>
            <a:r>
              <a:rPr kumimoji="1" lang="ko-KR" altLang="en-US" dirty="0">
                <a:latin typeface="나눔고딕" pitchFamily="2" charset="-127"/>
                <a:ea typeface="나눔고딕" pitchFamily="2" charset="-127"/>
              </a:rPr>
              <a:t>관리 키</a:t>
            </a:r>
            <a:r>
              <a:rPr kumimoji="1" lang="en-US" altLang="ko-KR" dirty="0">
                <a:latin typeface="나눔고딕" pitchFamily="2" charset="-127"/>
                <a:ea typeface="나눔고딕" pitchFamily="2" charset="-127"/>
              </a:rPr>
              <a:t>)</a:t>
            </a:r>
            <a:endParaRPr kumimoji="1" lang="ko-KR" altLang="en-US" dirty="0">
              <a:latin typeface="나눔고딕" pitchFamily="2" charset="-127"/>
              <a:ea typeface="나눔고딕" pitchFamily="2" charset="-127"/>
            </a:endParaRPr>
          </a:p>
        </p:txBody>
      </p:sp>
      <p:sp>
        <p:nvSpPr>
          <p:cNvPr id="5" name="텍스트 개체 틀 4">
            <a:extLst>
              <a:ext uri="{FF2B5EF4-FFF2-40B4-BE49-F238E27FC236}">
                <a16:creationId xmlns:a16="http://schemas.microsoft.com/office/drawing/2014/main" id="{CC9FBD25-2A05-08CD-9302-90C6F3133429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167237" y="757921"/>
            <a:ext cx="10592845" cy="350285"/>
          </a:xfrm>
        </p:spPr>
        <p:txBody>
          <a:bodyPr vert="horz" lIns="91440" tIns="45720" rIns="91440" bIns="45720" rtlCol="0" anchor="ctr">
            <a:noAutofit/>
          </a:bodyPr>
          <a:lstStyle/>
          <a:p>
            <a:r>
              <a:rPr lang="en-US" altLang="ko-KR" sz="1400" dirty="0">
                <a:solidFill>
                  <a:srgbClr val="1F3B63"/>
                </a:solidFill>
                <a:latin typeface="나눔고딕" pitchFamily="2" charset="-127"/>
                <a:ea typeface="나눔고딕" pitchFamily="2" charset="-127"/>
              </a:rPr>
              <a:t>1-1-2. Hosted Collector </a:t>
            </a:r>
            <a:endParaRPr lang="ko-KR" altLang="en-US" sz="1400" dirty="0">
              <a:solidFill>
                <a:srgbClr val="1F3B63"/>
              </a:solidFill>
              <a:latin typeface="나눔고딕" pitchFamily="2" charset="-127"/>
              <a:ea typeface="나눔고딕" pitchFamily="2" charset="-127"/>
            </a:endParaRPr>
          </a:p>
        </p:txBody>
      </p:sp>
      <p:sp>
        <p:nvSpPr>
          <p:cNvPr id="7" name="텍스트 개체 틀 6">
            <a:extLst>
              <a:ext uri="{FF2B5EF4-FFF2-40B4-BE49-F238E27FC236}">
                <a16:creationId xmlns:a16="http://schemas.microsoft.com/office/drawing/2014/main" id="{954611A3-EDD6-A8DB-EFC3-9CE5DB6BDC53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/>
        <p:txBody>
          <a:bodyPr/>
          <a:lstStyle/>
          <a:p>
            <a:r>
              <a:rPr kumimoji="1" lang="ko-KR" altLang="en-US" sz="1400" b="0">
                <a:latin typeface="나눔고딕" pitchFamily="2" charset="-127"/>
                <a:ea typeface="나눔고딕" pitchFamily="2" charset="-127"/>
              </a:rPr>
              <a:t>이미지</a:t>
            </a:r>
          </a:p>
        </p:txBody>
      </p:sp>
      <p:sp>
        <p:nvSpPr>
          <p:cNvPr id="8" name="텍스트 개체 틀 7">
            <a:extLst>
              <a:ext uri="{FF2B5EF4-FFF2-40B4-BE49-F238E27FC236}">
                <a16:creationId xmlns:a16="http://schemas.microsoft.com/office/drawing/2014/main" id="{24EFEA2C-0652-846F-BAF9-1F957570F2A7}"/>
              </a:ext>
            </a:extLst>
          </p:cNvPr>
          <p:cNvSpPr>
            <a:spLocks noGrp="1"/>
          </p:cNvSpPr>
          <p:nvPr>
            <p:ph type="body" sz="quarter" idx="20"/>
          </p:nvPr>
        </p:nvSpPr>
        <p:spPr/>
        <p:txBody>
          <a:bodyPr/>
          <a:lstStyle/>
          <a:p>
            <a:r>
              <a:rPr kumimoji="1" lang="ko-KR" altLang="en-US" sz="1400" b="0">
                <a:latin typeface="나눔고딕" pitchFamily="2" charset="-127"/>
                <a:ea typeface="나눔고딕" pitchFamily="2" charset="-127"/>
              </a:rPr>
              <a:t>설명</a:t>
            </a:r>
            <a:endParaRPr kumimoji="1" lang="en-US" altLang="ko-KR" sz="1400" b="0">
              <a:latin typeface="나눔고딕" pitchFamily="2" charset="-127"/>
              <a:ea typeface="나눔고딕" pitchFamily="2" charset="-127"/>
            </a:endParaRPr>
          </a:p>
        </p:txBody>
      </p:sp>
      <p:sp>
        <p:nvSpPr>
          <p:cNvPr id="9" name="텍스트 개체 틀 8">
            <a:extLst>
              <a:ext uri="{FF2B5EF4-FFF2-40B4-BE49-F238E27FC236}">
                <a16:creationId xmlns:a16="http://schemas.microsoft.com/office/drawing/2014/main" id="{AFA4E35A-E913-D965-8125-7DF475E25A6E}"/>
              </a:ext>
            </a:extLst>
          </p:cNvPr>
          <p:cNvSpPr>
            <a:spLocks noGrp="1"/>
          </p:cNvSpPr>
          <p:nvPr>
            <p:ph type="body" sz="quarter" idx="21"/>
          </p:nvPr>
        </p:nvSpPr>
        <p:spPr>
          <a:xfrm>
            <a:off x="8044544" y="1664441"/>
            <a:ext cx="3980220" cy="4509590"/>
          </a:xfrm>
        </p:spPr>
        <p:txBody>
          <a:bodyPr anchor="t"/>
          <a:lstStyle/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kumimoji="1" lang="en-US" altLang="ko-KR">
                <a:latin typeface="NanumGothic" panose="020D0604000000000000" pitchFamily="34" charset="-127"/>
                <a:ea typeface="NanumGothic" panose="020D0604000000000000" pitchFamily="34" charset="-127"/>
              </a:rPr>
              <a:t>Hosted Collector </a:t>
            </a:r>
            <a:r>
              <a:rPr kumimoji="1" lang="ko-KR" altLang="en-US">
                <a:latin typeface="NanumGothic" panose="020D0604000000000000" pitchFamily="34" charset="-127"/>
                <a:ea typeface="NanumGothic" panose="020D0604000000000000" pitchFamily="34" charset="-127"/>
              </a:rPr>
              <a:t>선택</a:t>
            </a:r>
            <a:endParaRPr kumimoji="1" lang="en-US" altLang="ko-KR">
              <a:latin typeface="NanumGothic" panose="020D0604000000000000" pitchFamily="34" charset="-127"/>
              <a:ea typeface="NanumGothic" panose="020D0604000000000000" pitchFamily="34" charset="-127"/>
            </a:endParaRP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5117263-D22E-BE50-A78F-35B3D23F38F7}"/>
              </a:ext>
            </a:extLst>
          </p:cNvPr>
          <p:cNvSpPr txBox="1">
            <a:spLocks/>
          </p:cNvSpPr>
          <p:nvPr/>
        </p:nvSpPr>
        <p:spPr>
          <a:xfrm>
            <a:off x="5883116" y="6424779"/>
            <a:ext cx="423452" cy="365343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ctr" defTabSz="457200" rtl="0" eaLnBrk="1" latinLnBrk="0" hangingPunct="1"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DBA1B0FB-D917-4C8C-928F-313BD683BF39}" type="slidenum">
              <a:rPr lang="en-US" smtClean="0">
                <a:solidFill>
                  <a:srgbClr val="173F69"/>
                </a:solidFill>
              </a:rPr>
              <a:pPr/>
              <a:t>3</a:t>
            </a:fld>
            <a:endParaRPr lang="en-US">
              <a:solidFill>
                <a:srgbClr val="173F69"/>
              </a:solidFill>
            </a:endParaRPr>
          </a:p>
        </p:txBody>
      </p:sp>
      <p:pic>
        <p:nvPicPr>
          <p:cNvPr id="10" name="그림 9">
            <a:extLst>
              <a:ext uri="{FF2B5EF4-FFF2-40B4-BE49-F238E27FC236}">
                <a16:creationId xmlns:a16="http://schemas.microsoft.com/office/drawing/2014/main" id="{ACD62165-D7B3-C747-FC51-58FF6414F43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41838" y="1896330"/>
            <a:ext cx="7171715" cy="404581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16711616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E77FC1D-511D-11F6-1DFF-C4D6C9BAC0A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744D141C-0AEA-8AE0-79AF-A4E6E70E37E7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/>
        <p:txBody>
          <a:bodyPr/>
          <a:lstStyle/>
          <a:p>
            <a:r>
              <a:rPr kumimoji="1" lang="en-US" altLang="ko-KR" dirty="0">
                <a:latin typeface="나눔고딕" pitchFamily="2" charset="-127"/>
                <a:ea typeface="나눔고딕" pitchFamily="2" charset="-127"/>
              </a:rPr>
              <a:t>1. </a:t>
            </a:r>
            <a:r>
              <a:rPr kumimoji="1" lang="ko-KR" altLang="en-US" dirty="0">
                <a:latin typeface="나눔고딕" pitchFamily="2" charset="-127"/>
                <a:ea typeface="나눔고딕" pitchFamily="2" charset="-127"/>
              </a:rPr>
              <a:t>기본 암호화 </a:t>
            </a:r>
            <a:r>
              <a:rPr kumimoji="1" lang="en-US" altLang="ko-KR" dirty="0">
                <a:latin typeface="나눔고딕" pitchFamily="2" charset="-127"/>
                <a:ea typeface="나눔고딕" pitchFamily="2" charset="-127"/>
              </a:rPr>
              <a:t>(Microsoft </a:t>
            </a:r>
            <a:r>
              <a:rPr kumimoji="1" lang="ko-KR" altLang="en-US" dirty="0">
                <a:latin typeface="나눔고딕" pitchFamily="2" charset="-127"/>
                <a:ea typeface="나눔고딕" pitchFamily="2" charset="-127"/>
              </a:rPr>
              <a:t>관리 키</a:t>
            </a:r>
            <a:r>
              <a:rPr kumimoji="1" lang="en-US" altLang="ko-KR" dirty="0">
                <a:latin typeface="나눔고딕" pitchFamily="2" charset="-127"/>
                <a:ea typeface="나눔고딕" pitchFamily="2" charset="-127"/>
              </a:rPr>
              <a:t>)</a:t>
            </a:r>
            <a:endParaRPr kumimoji="1" lang="ko-KR" altLang="en-US" dirty="0">
              <a:latin typeface="나눔고딕" pitchFamily="2" charset="-127"/>
              <a:ea typeface="나눔고딕" pitchFamily="2" charset="-127"/>
            </a:endParaRPr>
          </a:p>
        </p:txBody>
      </p:sp>
      <p:sp>
        <p:nvSpPr>
          <p:cNvPr id="5" name="텍스트 개체 틀 4">
            <a:extLst>
              <a:ext uri="{FF2B5EF4-FFF2-40B4-BE49-F238E27FC236}">
                <a16:creationId xmlns:a16="http://schemas.microsoft.com/office/drawing/2014/main" id="{6477BCE7-F301-B973-A12B-94FBEE6EB0EC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167237" y="757921"/>
            <a:ext cx="10592845" cy="350285"/>
          </a:xfrm>
        </p:spPr>
        <p:txBody>
          <a:bodyPr vert="horz" lIns="91440" tIns="45720" rIns="91440" bIns="45720" rtlCol="0" anchor="ctr">
            <a:noAutofit/>
          </a:bodyPr>
          <a:lstStyle/>
          <a:p>
            <a:r>
              <a:rPr lang="en-US" altLang="ko-KR" sz="1400" dirty="0">
                <a:solidFill>
                  <a:srgbClr val="1F3B63"/>
                </a:solidFill>
                <a:latin typeface="나눔고딕" pitchFamily="2" charset="-127"/>
                <a:ea typeface="나눔고딕" pitchFamily="2" charset="-127"/>
              </a:rPr>
              <a:t>1-1-3. Hosted Collector: Name, Time Zone </a:t>
            </a:r>
            <a:endParaRPr lang="ko-KR" altLang="en-US" sz="1400" dirty="0">
              <a:solidFill>
                <a:srgbClr val="1F3B63"/>
              </a:solidFill>
              <a:latin typeface="나눔고딕" pitchFamily="2" charset="-127"/>
              <a:ea typeface="나눔고딕" pitchFamily="2" charset="-127"/>
            </a:endParaRPr>
          </a:p>
        </p:txBody>
      </p:sp>
      <p:sp>
        <p:nvSpPr>
          <p:cNvPr id="7" name="텍스트 개체 틀 6">
            <a:extLst>
              <a:ext uri="{FF2B5EF4-FFF2-40B4-BE49-F238E27FC236}">
                <a16:creationId xmlns:a16="http://schemas.microsoft.com/office/drawing/2014/main" id="{35FE396A-DF27-5DE9-7ECA-D54D74FF3CFE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/>
        <p:txBody>
          <a:bodyPr/>
          <a:lstStyle/>
          <a:p>
            <a:r>
              <a:rPr kumimoji="1" lang="ko-KR" altLang="en-US" sz="1400" b="0">
                <a:latin typeface="나눔고딕" pitchFamily="2" charset="-127"/>
                <a:ea typeface="나눔고딕" pitchFamily="2" charset="-127"/>
              </a:rPr>
              <a:t>이미지</a:t>
            </a:r>
          </a:p>
        </p:txBody>
      </p:sp>
      <p:sp>
        <p:nvSpPr>
          <p:cNvPr id="8" name="텍스트 개체 틀 7">
            <a:extLst>
              <a:ext uri="{FF2B5EF4-FFF2-40B4-BE49-F238E27FC236}">
                <a16:creationId xmlns:a16="http://schemas.microsoft.com/office/drawing/2014/main" id="{854F887E-1431-F9E6-0DA9-AE3DCE1650E4}"/>
              </a:ext>
            </a:extLst>
          </p:cNvPr>
          <p:cNvSpPr>
            <a:spLocks noGrp="1"/>
          </p:cNvSpPr>
          <p:nvPr>
            <p:ph type="body" sz="quarter" idx="20"/>
          </p:nvPr>
        </p:nvSpPr>
        <p:spPr/>
        <p:txBody>
          <a:bodyPr/>
          <a:lstStyle/>
          <a:p>
            <a:r>
              <a:rPr kumimoji="1" lang="ko-KR" altLang="en-US" sz="1400" b="0">
                <a:latin typeface="나눔고딕" pitchFamily="2" charset="-127"/>
                <a:ea typeface="나눔고딕" pitchFamily="2" charset="-127"/>
              </a:rPr>
              <a:t>설명</a:t>
            </a:r>
            <a:endParaRPr kumimoji="1" lang="en-US" altLang="ko-KR" sz="1400" b="0">
              <a:latin typeface="나눔고딕" pitchFamily="2" charset="-127"/>
              <a:ea typeface="나눔고딕" pitchFamily="2" charset="-127"/>
            </a:endParaRPr>
          </a:p>
        </p:txBody>
      </p:sp>
      <p:sp>
        <p:nvSpPr>
          <p:cNvPr id="9" name="텍스트 개체 틀 8">
            <a:extLst>
              <a:ext uri="{FF2B5EF4-FFF2-40B4-BE49-F238E27FC236}">
                <a16:creationId xmlns:a16="http://schemas.microsoft.com/office/drawing/2014/main" id="{940DE06A-0C3F-6EEC-0934-94F7D8357387}"/>
              </a:ext>
            </a:extLst>
          </p:cNvPr>
          <p:cNvSpPr>
            <a:spLocks noGrp="1"/>
          </p:cNvSpPr>
          <p:nvPr>
            <p:ph type="body" sz="quarter" idx="21"/>
          </p:nvPr>
        </p:nvSpPr>
        <p:spPr>
          <a:xfrm>
            <a:off x="8044544" y="1664441"/>
            <a:ext cx="3980220" cy="4509590"/>
          </a:xfrm>
        </p:spPr>
        <p:txBody>
          <a:bodyPr anchor="t"/>
          <a:lstStyle/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kumimoji="1" lang="en-US" altLang="ko-KR">
                <a:latin typeface="NanumGothic" panose="020D0604000000000000" pitchFamily="34" charset="-127"/>
                <a:ea typeface="NanumGothic" panose="020D0604000000000000" pitchFamily="34" charset="-127"/>
              </a:rPr>
              <a:t>Name </a:t>
            </a:r>
            <a:r>
              <a:rPr kumimoji="1" lang="ko-KR" altLang="en-US">
                <a:latin typeface="NanumGothic" panose="020D0604000000000000" pitchFamily="34" charset="-127"/>
                <a:ea typeface="NanumGothic" panose="020D0604000000000000" pitchFamily="34" charset="-127"/>
              </a:rPr>
              <a:t>입력</a:t>
            </a:r>
            <a:endParaRPr kumimoji="1" lang="en-US" altLang="ko-KR">
              <a:latin typeface="NanumGothic" panose="020D0604000000000000" pitchFamily="34" charset="-127"/>
              <a:ea typeface="NanumGothic" panose="020D0604000000000000" pitchFamily="34" charset="-127"/>
            </a:endParaRP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kumimoji="1" lang="en-US" altLang="ko-KR">
                <a:latin typeface="NanumGothic" panose="020D0604000000000000" pitchFamily="34" charset="-127"/>
                <a:ea typeface="NanumGothic" panose="020D0604000000000000" pitchFamily="34" charset="-127"/>
              </a:rPr>
              <a:t>Time</a:t>
            </a:r>
            <a:r>
              <a:rPr kumimoji="1" lang="ko-KR" altLang="en-US">
                <a:latin typeface="NanumGothic" panose="020D0604000000000000" pitchFamily="34" charset="-127"/>
                <a:ea typeface="NanumGothic" panose="020D0604000000000000" pitchFamily="34" charset="-127"/>
              </a:rPr>
              <a:t> </a:t>
            </a:r>
            <a:r>
              <a:rPr kumimoji="1" lang="en-US" altLang="ko-KR">
                <a:latin typeface="NanumGothic" panose="020D0604000000000000" pitchFamily="34" charset="-127"/>
                <a:ea typeface="NanumGothic" panose="020D0604000000000000" pitchFamily="34" charset="-127"/>
              </a:rPr>
              <a:t>Zone </a:t>
            </a:r>
            <a:r>
              <a:rPr kumimoji="1" lang="ko-KR" altLang="en-US">
                <a:latin typeface="NanumGothic" panose="020D0604000000000000" pitchFamily="34" charset="-127"/>
                <a:ea typeface="NanumGothic" panose="020D0604000000000000" pitchFamily="34" charset="-127"/>
              </a:rPr>
              <a:t>선택</a:t>
            </a:r>
            <a:endParaRPr kumimoji="1" lang="en-US" altLang="ko-KR">
              <a:latin typeface="NanumGothic" panose="020D0604000000000000" pitchFamily="34" charset="-127"/>
              <a:ea typeface="NanumGothic" panose="020D0604000000000000" pitchFamily="34" charset="-127"/>
            </a:endParaRP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kumimoji="1" lang="en-US" altLang="ko-KR">
                <a:latin typeface="NanumGothic" panose="020D0604000000000000" pitchFamily="34" charset="-127"/>
                <a:ea typeface="NanumGothic" panose="020D0604000000000000" pitchFamily="34" charset="-127"/>
              </a:rPr>
              <a:t>Save</a:t>
            </a:r>
            <a:r>
              <a:rPr kumimoji="1" lang="ko-KR" altLang="en-US">
                <a:latin typeface="NanumGothic" panose="020D0604000000000000" pitchFamily="34" charset="-127"/>
                <a:ea typeface="NanumGothic" panose="020D0604000000000000" pitchFamily="34" charset="-127"/>
              </a:rPr>
              <a:t> 버튼 클릭</a:t>
            </a:r>
            <a:endParaRPr kumimoji="1" lang="en-US" altLang="ko-KR">
              <a:latin typeface="NanumGothic" panose="020D0604000000000000" pitchFamily="34" charset="-127"/>
              <a:ea typeface="NanumGothic" panose="020D0604000000000000" pitchFamily="34" charset="-127"/>
            </a:endParaRP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4745893-D2DF-4AE7-8DBF-D096D77F5C11}"/>
              </a:ext>
            </a:extLst>
          </p:cNvPr>
          <p:cNvSpPr txBox="1">
            <a:spLocks/>
          </p:cNvSpPr>
          <p:nvPr/>
        </p:nvSpPr>
        <p:spPr>
          <a:xfrm>
            <a:off x="5883116" y="6424779"/>
            <a:ext cx="423452" cy="365343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ctr" defTabSz="457200" rtl="0" eaLnBrk="1" latinLnBrk="0" hangingPunct="1"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DBA1B0FB-D917-4C8C-928F-313BD683BF39}" type="slidenum">
              <a:rPr lang="en-US" smtClean="0">
                <a:solidFill>
                  <a:srgbClr val="173F69"/>
                </a:solidFill>
              </a:rPr>
              <a:pPr/>
              <a:t>4</a:t>
            </a:fld>
            <a:endParaRPr lang="en-US">
              <a:solidFill>
                <a:srgbClr val="173F69"/>
              </a:solidFill>
            </a:endParaRPr>
          </a:p>
        </p:txBody>
      </p:sp>
      <p:pic>
        <p:nvPicPr>
          <p:cNvPr id="10" name="그림 9">
            <a:extLst>
              <a:ext uri="{FF2B5EF4-FFF2-40B4-BE49-F238E27FC236}">
                <a16:creationId xmlns:a16="http://schemas.microsoft.com/office/drawing/2014/main" id="{3992EC21-7295-AA9A-F8DD-680D87235A7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93560" y="1832970"/>
            <a:ext cx="6068272" cy="417253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82541590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4FBD355-984F-B5C9-789A-F784B54D3CC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0BCA47C0-6782-0495-7CA3-9529AEE011D6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/>
        <p:txBody>
          <a:bodyPr/>
          <a:lstStyle/>
          <a:p>
            <a:r>
              <a:rPr kumimoji="1" lang="en-US" altLang="ko-KR" dirty="0">
                <a:latin typeface="나눔고딕" pitchFamily="2" charset="-127"/>
                <a:ea typeface="나눔고딕" pitchFamily="2" charset="-127"/>
              </a:rPr>
              <a:t>1. </a:t>
            </a:r>
            <a:r>
              <a:rPr kumimoji="1" lang="ko-KR" altLang="en-US" dirty="0">
                <a:latin typeface="나눔고딕" pitchFamily="2" charset="-127"/>
                <a:ea typeface="나눔고딕" pitchFamily="2" charset="-127"/>
              </a:rPr>
              <a:t>기본 암호화 </a:t>
            </a:r>
            <a:r>
              <a:rPr kumimoji="1" lang="en-US" altLang="ko-KR" dirty="0">
                <a:latin typeface="나눔고딕" pitchFamily="2" charset="-127"/>
                <a:ea typeface="나눔고딕" pitchFamily="2" charset="-127"/>
              </a:rPr>
              <a:t>(Microsoft </a:t>
            </a:r>
            <a:r>
              <a:rPr kumimoji="1" lang="ko-KR" altLang="en-US" dirty="0">
                <a:latin typeface="나눔고딕" pitchFamily="2" charset="-127"/>
                <a:ea typeface="나눔고딕" pitchFamily="2" charset="-127"/>
              </a:rPr>
              <a:t>관리 키</a:t>
            </a:r>
            <a:r>
              <a:rPr kumimoji="1" lang="en-US" altLang="ko-KR" dirty="0">
                <a:latin typeface="나눔고딕" pitchFamily="2" charset="-127"/>
                <a:ea typeface="나눔고딕" pitchFamily="2" charset="-127"/>
              </a:rPr>
              <a:t>)</a:t>
            </a:r>
            <a:endParaRPr kumimoji="1" lang="ko-KR" altLang="en-US" dirty="0">
              <a:latin typeface="나눔고딕" pitchFamily="2" charset="-127"/>
              <a:ea typeface="나눔고딕" pitchFamily="2" charset="-127"/>
            </a:endParaRPr>
          </a:p>
        </p:txBody>
      </p:sp>
      <p:sp>
        <p:nvSpPr>
          <p:cNvPr id="5" name="텍스트 개체 틀 4">
            <a:extLst>
              <a:ext uri="{FF2B5EF4-FFF2-40B4-BE49-F238E27FC236}">
                <a16:creationId xmlns:a16="http://schemas.microsoft.com/office/drawing/2014/main" id="{DDDDCC6A-B944-8727-45F9-FA065148A059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167237" y="757921"/>
            <a:ext cx="10592845" cy="350285"/>
          </a:xfrm>
        </p:spPr>
        <p:txBody>
          <a:bodyPr vert="horz" lIns="91440" tIns="45720" rIns="91440" bIns="45720" rtlCol="0" anchor="ctr">
            <a:noAutofit/>
          </a:bodyPr>
          <a:lstStyle/>
          <a:p>
            <a:r>
              <a:rPr lang="en-US" altLang="ko-KR" sz="1400" dirty="0">
                <a:solidFill>
                  <a:srgbClr val="1F3B63"/>
                </a:solidFill>
                <a:latin typeface="나눔고딕" pitchFamily="2" charset="-127"/>
                <a:ea typeface="나눔고딕" pitchFamily="2" charset="-127"/>
              </a:rPr>
              <a:t>1-1-4. Add Source → HTTP Logs &amp; Metrics </a:t>
            </a:r>
            <a:r>
              <a:rPr lang="ko-KR" altLang="en-US" sz="1400" dirty="0">
                <a:solidFill>
                  <a:srgbClr val="1F3B63"/>
                </a:solidFill>
                <a:latin typeface="나눔고딕" pitchFamily="2" charset="-127"/>
                <a:ea typeface="나눔고딕" pitchFamily="2" charset="-127"/>
              </a:rPr>
              <a:t>선택</a:t>
            </a:r>
            <a:r>
              <a:rPr lang="en-US" altLang="ko-KR" sz="1400" dirty="0">
                <a:solidFill>
                  <a:srgbClr val="1F3B63"/>
                </a:solidFill>
                <a:latin typeface="나눔고딕" pitchFamily="2" charset="-127"/>
                <a:ea typeface="나눔고딕" pitchFamily="2" charset="-127"/>
              </a:rPr>
              <a:t>(1)</a:t>
            </a:r>
            <a:endParaRPr lang="ko-KR" altLang="en-US" sz="1400" dirty="0">
              <a:solidFill>
                <a:srgbClr val="1F3B63"/>
              </a:solidFill>
              <a:latin typeface="나눔고딕" pitchFamily="2" charset="-127"/>
              <a:ea typeface="나눔고딕" pitchFamily="2" charset="-127"/>
            </a:endParaRPr>
          </a:p>
        </p:txBody>
      </p:sp>
      <p:sp>
        <p:nvSpPr>
          <p:cNvPr id="7" name="텍스트 개체 틀 6">
            <a:extLst>
              <a:ext uri="{FF2B5EF4-FFF2-40B4-BE49-F238E27FC236}">
                <a16:creationId xmlns:a16="http://schemas.microsoft.com/office/drawing/2014/main" id="{1F633425-AF15-B25C-CF34-7A7454A8F5B7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/>
        <p:txBody>
          <a:bodyPr/>
          <a:lstStyle/>
          <a:p>
            <a:r>
              <a:rPr kumimoji="1" lang="ko-KR" altLang="en-US" sz="1400" b="0">
                <a:latin typeface="나눔고딕" pitchFamily="2" charset="-127"/>
                <a:ea typeface="나눔고딕" pitchFamily="2" charset="-127"/>
              </a:rPr>
              <a:t>이미지</a:t>
            </a:r>
          </a:p>
        </p:txBody>
      </p:sp>
      <p:sp>
        <p:nvSpPr>
          <p:cNvPr id="8" name="텍스트 개체 틀 7">
            <a:extLst>
              <a:ext uri="{FF2B5EF4-FFF2-40B4-BE49-F238E27FC236}">
                <a16:creationId xmlns:a16="http://schemas.microsoft.com/office/drawing/2014/main" id="{F577EFB1-0208-A26C-8C37-47C2A5ADD634}"/>
              </a:ext>
            </a:extLst>
          </p:cNvPr>
          <p:cNvSpPr>
            <a:spLocks noGrp="1"/>
          </p:cNvSpPr>
          <p:nvPr>
            <p:ph type="body" sz="quarter" idx="20"/>
          </p:nvPr>
        </p:nvSpPr>
        <p:spPr/>
        <p:txBody>
          <a:bodyPr/>
          <a:lstStyle/>
          <a:p>
            <a:r>
              <a:rPr kumimoji="1" lang="ko-KR" altLang="en-US" sz="1400" b="0">
                <a:latin typeface="나눔고딕" pitchFamily="2" charset="-127"/>
                <a:ea typeface="나눔고딕" pitchFamily="2" charset="-127"/>
              </a:rPr>
              <a:t>설명</a:t>
            </a:r>
            <a:endParaRPr kumimoji="1" lang="en-US" altLang="ko-KR" sz="1400" b="0">
              <a:latin typeface="나눔고딕" pitchFamily="2" charset="-127"/>
              <a:ea typeface="나눔고딕" pitchFamily="2" charset="-127"/>
            </a:endParaRPr>
          </a:p>
        </p:txBody>
      </p:sp>
      <p:sp>
        <p:nvSpPr>
          <p:cNvPr id="9" name="텍스트 개체 틀 8">
            <a:extLst>
              <a:ext uri="{FF2B5EF4-FFF2-40B4-BE49-F238E27FC236}">
                <a16:creationId xmlns:a16="http://schemas.microsoft.com/office/drawing/2014/main" id="{9C888BEE-84AF-01AA-2D6B-BE75B3901433}"/>
              </a:ext>
            </a:extLst>
          </p:cNvPr>
          <p:cNvSpPr>
            <a:spLocks noGrp="1"/>
          </p:cNvSpPr>
          <p:nvPr>
            <p:ph type="body" sz="quarter" idx="21"/>
          </p:nvPr>
        </p:nvSpPr>
        <p:spPr>
          <a:xfrm>
            <a:off x="8044544" y="1664441"/>
            <a:ext cx="3980220" cy="4509590"/>
          </a:xfrm>
        </p:spPr>
        <p:txBody>
          <a:bodyPr anchor="t"/>
          <a:lstStyle/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kumimoji="1" lang="en-US" altLang="ko-KR">
                <a:latin typeface="NanumGothic" panose="020D0604000000000000" pitchFamily="34" charset="-127"/>
                <a:ea typeface="NanumGothic" panose="020D0604000000000000" pitchFamily="34" charset="-127"/>
              </a:rPr>
              <a:t>Add Source → HTTP Logs &amp; Metrics </a:t>
            </a:r>
            <a:r>
              <a:rPr kumimoji="1" lang="ko-KR" altLang="en-US">
                <a:latin typeface="NanumGothic" panose="020D0604000000000000" pitchFamily="34" charset="-127"/>
                <a:ea typeface="NanumGothic" panose="020D0604000000000000" pitchFamily="34" charset="-127"/>
              </a:rPr>
              <a:t>선택</a:t>
            </a:r>
            <a:endParaRPr kumimoji="1" lang="en-US" altLang="ko-KR">
              <a:latin typeface="NanumGothic" panose="020D0604000000000000" pitchFamily="34" charset="-127"/>
              <a:ea typeface="NanumGothic" panose="020D0604000000000000" pitchFamily="34" charset="-127"/>
            </a:endParaRP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DB50A5E-BE32-0E7B-FB8D-1E03D70AADB7}"/>
              </a:ext>
            </a:extLst>
          </p:cNvPr>
          <p:cNvSpPr txBox="1">
            <a:spLocks/>
          </p:cNvSpPr>
          <p:nvPr/>
        </p:nvSpPr>
        <p:spPr>
          <a:xfrm>
            <a:off x="5883116" y="6424779"/>
            <a:ext cx="423452" cy="365343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ctr" defTabSz="457200" rtl="0" eaLnBrk="1" latinLnBrk="0" hangingPunct="1"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DBA1B0FB-D917-4C8C-928F-313BD683BF39}" type="slidenum">
              <a:rPr lang="en-US" smtClean="0">
                <a:solidFill>
                  <a:srgbClr val="173F69"/>
                </a:solidFill>
              </a:rPr>
              <a:pPr/>
              <a:t>5</a:t>
            </a:fld>
            <a:endParaRPr lang="en-US">
              <a:solidFill>
                <a:srgbClr val="173F69"/>
              </a:solidFill>
            </a:endParaRPr>
          </a:p>
        </p:txBody>
      </p:sp>
      <p:pic>
        <p:nvPicPr>
          <p:cNvPr id="4" name="그림 3">
            <a:extLst>
              <a:ext uri="{FF2B5EF4-FFF2-40B4-BE49-F238E27FC236}">
                <a16:creationId xmlns:a16="http://schemas.microsoft.com/office/drawing/2014/main" id="{DAADE853-6390-87DF-63AE-497994C88DB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98111" y="1925184"/>
            <a:ext cx="7259169" cy="398810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72194858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2CAC702-A544-DB5B-9893-181493A8B61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DAF8B53F-1DB9-F7A4-7F9F-B18673E85B65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/>
        <p:txBody>
          <a:bodyPr/>
          <a:lstStyle/>
          <a:p>
            <a:r>
              <a:rPr kumimoji="1" lang="en-US" altLang="ko-KR" dirty="0">
                <a:latin typeface="나눔고딕" pitchFamily="2" charset="-127"/>
                <a:ea typeface="나눔고딕" pitchFamily="2" charset="-127"/>
              </a:rPr>
              <a:t>1. </a:t>
            </a:r>
            <a:r>
              <a:rPr kumimoji="1" lang="ko-KR" altLang="en-US" dirty="0">
                <a:latin typeface="나눔고딕" pitchFamily="2" charset="-127"/>
                <a:ea typeface="나눔고딕" pitchFamily="2" charset="-127"/>
              </a:rPr>
              <a:t>기본 암호화 </a:t>
            </a:r>
            <a:r>
              <a:rPr kumimoji="1" lang="en-US" altLang="ko-KR" dirty="0">
                <a:latin typeface="나눔고딕" pitchFamily="2" charset="-127"/>
                <a:ea typeface="나눔고딕" pitchFamily="2" charset="-127"/>
              </a:rPr>
              <a:t>(Microsoft </a:t>
            </a:r>
            <a:r>
              <a:rPr kumimoji="1" lang="ko-KR" altLang="en-US" dirty="0">
                <a:latin typeface="나눔고딕" pitchFamily="2" charset="-127"/>
                <a:ea typeface="나눔고딕" pitchFamily="2" charset="-127"/>
              </a:rPr>
              <a:t>관리 키</a:t>
            </a:r>
            <a:r>
              <a:rPr kumimoji="1" lang="en-US" altLang="ko-KR" dirty="0">
                <a:latin typeface="나눔고딕" pitchFamily="2" charset="-127"/>
                <a:ea typeface="나눔고딕" pitchFamily="2" charset="-127"/>
              </a:rPr>
              <a:t>)</a:t>
            </a:r>
            <a:endParaRPr kumimoji="1" lang="ko-KR" altLang="en-US" dirty="0">
              <a:latin typeface="나눔고딕" pitchFamily="2" charset="-127"/>
              <a:ea typeface="나눔고딕" pitchFamily="2" charset="-127"/>
            </a:endParaRPr>
          </a:p>
        </p:txBody>
      </p:sp>
      <p:sp>
        <p:nvSpPr>
          <p:cNvPr id="5" name="텍스트 개체 틀 4">
            <a:extLst>
              <a:ext uri="{FF2B5EF4-FFF2-40B4-BE49-F238E27FC236}">
                <a16:creationId xmlns:a16="http://schemas.microsoft.com/office/drawing/2014/main" id="{1AB13FFB-7360-1BC3-2C82-651D29024955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167237" y="757921"/>
            <a:ext cx="10592845" cy="350285"/>
          </a:xfrm>
        </p:spPr>
        <p:txBody>
          <a:bodyPr vert="horz" lIns="91440" tIns="45720" rIns="91440" bIns="45720" rtlCol="0" anchor="ctr">
            <a:noAutofit/>
          </a:bodyPr>
          <a:lstStyle/>
          <a:p>
            <a:r>
              <a:rPr lang="en-US" altLang="ko-KR" sz="1400" dirty="0">
                <a:solidFill>
                  <a:srgbClr val="1F3B63"/>
                </a:solidFill>
                <a:latin typeface="나눔고딕" pitchFamily="2" charset="-127"/>
                <a:ea typeface="나눔고딕" pitchFamily="2" charset="-127"/>
              </a:rPr>
              <a:t>1-1-4. Add Source → HTTP Logs &amp; Metrics </a:t>
            </a:r>
            <a:r>
              <a:rPr lang="ko-KR" altLang="en-US" sz="1400" dirty="0">
                <a:solidFill>
                  <a:srgbClr val="1F3B63"/>
                </a:solidFill>
                <a:latin typeface="나눔고딕" pitchFamily="2" charset="-127"/>
                <a:ea typeface="나눔고딕" pitchFamily="2" charset="-127"/>
              </a:rPr>
              <a:t>선택</a:t>
            </a:r>
            <a:r>
              <a:rPr lang="en-US" altLang="ko-KR" sz="1400" dirty="0">
                <a:solidFill>
                  <a:srgbClr val="1F3B63"/>
                </a:solidFill>
                <a:latin typeface="나눔고딕" pitchFamily="2" charset="-127"/>
                <a:ea typeface="나눔고딕" pitchFamily="2" charset="-127"/>
              </a:rPr>
              <a:t>(2)</a:t>
            </a:r>
            <a:endParaRPr lang="ko-KR" altLang="en-US" sz="1400" dirty="0">
              <a:solidFill>
                <a:srgbClr val="1F3B63"/>
              </a:solidFill>
              <a:latin typeface="나눔고딕" pitchFamily="2" charset="-127"/>
              <a:ea typeface="나눔고딕" pitchFamily="2" charset="-127"/>
            </a:endParaRPr>
          </a:p>
        </p:txBody>
      </p:sp>
      <p:sp>
        <p:nvSpPr>
          <p:cNvPr id="7" name="텍스트 개체 틀 6">
            <a:extLst>
              <a:ext uri="{FF2B5EF4-FFF2-40B4-BE49-F238E27FC236}">
                <a16:creationId xmlns:a16="http://schemas.microsoft.com/office/drawing/2014/main" id="{84A6FC6A-40E7-45D4-450C-D3CE369BC1EF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/>
        <p:txBody>
          <a:bodyPr/>
          <a:lstStyle/>
          <a:p>
            <a:r>
              <a:rPr kumimoji="1" lang="ko-KR" altLang="en-US" sz="1400" b="0">
                <a:latin typeface="나눔고딕" pitchFamily="2" charset="-127"/>
                <a:ea typeface="나눔고딕" pitchFamily="2" charset="-127"/>
              </a:rPr>
              <a:t>이미지</a:t>
            </a:r>
          </a:p>
        </p:txBody>
      </p:sp>
      <p:sp>
        <p:nvSpPr>
          <p:cNvPr id="8" name="텍스트 개체 틀 7">
            <a:extLst>
              <a:ext uri="{FF2B5EF4-FFF2-40B4-BE49-F238E27FC236}">
                <a16:creationId xmlns:a16="http://schemas.microsoft.com/office/drawing/2014/main" id="{0687D25D-2E01-888A-2996-A31BBF1F854A}"/>
              </a:ext>
            </a:extLst>
          </p:cNvPr>
          <p:cNvSpPr>
            <a:spLocks noGrp="1"/>
          </p:cNvSpPr>
          <p:nvPr>
            <p:ph type="body" sz="quarter" idx="20"/>
          </p:nvPr>
        </p:nvSpPr>
        <p:spPr/>
        <p:txBody>
          <a:bodyPr/>
          <a:lstStyle/>
          <a:p>
            <a:r>
              <a:rPr kumimoji="1" lang="ko-KR" altLang="en-US" sz="1400" b="0">
                <a:latin typeface="나눔고딕" pitchFamily="2" charset="-127"/>
                <a:ea typeface="나눔고딕" pitchFamily="2" charset="-127"/>
              </a:rPr>
              <a:t>설명</a:t>
            </a:r>
            <a:endParaRPr kumimoji="1" lang="en-US" altLang="ko-KR" sz="1400" b="0">
              <a:latin typeface="나눔고딕" pitchFamily="2" charset="-127"/>
              <a:ea typeface="나눔고딕" pitchFamily="2" charset="-127"/>
            </a:endParaRPr>
          </a:p>
        </p:txBody>
      </p:sp>
      <p:sp>
        <p:nvSpPr>
          <p:cNvPr id="9" name="텍스트 개체 틀 8">
            <a:extLst>
              <a:ext uri="{FF2B5EF4-FFF2-40B4-BE49-F238E27FC236}">
                <a16:creationId xmlns:a16="http://schemas.microsoft.com/office/drawing/2014/main" id="{E352F369-CCB0-510B-BB8C-CCAEFA334AA6}"/>
              </a:ext>
            </a:extLst>
          </p:cNvPr>
          <p:cNvSpPr>
            <a:spLocks noGrp="1"/>
          </p:cNvSpPr>
          <p:nvPr>
            <p:ph type="body" sz="quarter" idx="21"/>
          </p:nvPr>
        </p:nvSpPr>
        <p:spPr>
          <a:xfrm>
            <a:off x="8044544" y="1664441"/>
            <a:ext cx="3980220" cy="4509590"/>
          </a:xfrm>
        </p:spPr>
        <p:txBody>
          <a:bodyPr anchor="t"/>
          <a:lstStyle/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kumimoji="1" lang="en-US" altLang="ko-KR">
                <a:latin typeface="NanumGothic" panose="020D0604000000000000" pitchFamily="34" charset="-127"/>
                <a:ea typeface="NanumGothic" panose="020D0604000000000000" pitchFamily="34" charset="-127"/>
              </a:rPr>
              <a:t>Add Source → HTTP Logs &amp; Metrics </a:t>
            </a:r>
            <a:r>
              <a:rPr kumimoji="1" lang="ko-KR" altLang="en-US">
                <a:latin typeface="NanumGothic" panose="020D0604000000000000" pitchFamily="34" charset="-127"/>
                <a:ea typeface="NanumGothic" panose="020D0604000000000000" pitchFamily="34" charset="-127"/>
              </a:rPr>
              <a:t>선택</a:t>
            </a:r>
            <a:endParaRPr kumimoji="1" lang="en-US" altLang="ko-KR">
              <a:latin typeface="NanumGothic" panose="020D0604000000000000" pitchFamily="34" charset="-127"/>
              <a:ea typeface="NanumGothic" panose="020D0604000000000000" pitchFamily="34" charset="-127"/>
            </a:endParaRP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76C1C25-8B3C-44B7-438C-F010C1F5FD2E}"/>
              </a:ext>
            </a:extLst>
          </p:cNvPr>
          <p:cNvSpPr txBox="1">
            <a:spLocks/>
          </p:cNvSpPr>
          <p:nvPr/>
        </p:nvSpPr>
        <p:spPr>
          <a:xfrm>
            <a:off x="5883116" y="6424779"/>
            <a:ext cx="423452" cy="365343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ctr" defTabSz="457200" rtl="0" eaLnBrk="1" latinLnBrk="0" hangingPunct="1"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DBA1B0FB-D917-4C8C-928F-313BD683BF39}" type="slidenum">
              <a:rPr lang="en-US" smtClean="0">
                <a:solidFill>
                  <a:srgbClr val="173F69"/>
                </a:solidFill>
              </a:rPr>
              <a:pPr/>
              <a:t>6</a:t>
            </a:fld>
            <a:endParaRPr lang="en-US">
              <a:solidFill>
                <a:srgbClr val="173F69"/>
              </a:solidFill>
            </a:endParaRPr>
          </a:p>
        </p:txBody>
      </p:sp>
      <p:pic>
        <p:nvPicPr>
          <p:cNvPr id="10" name="그림 9">
            <a:extLst>
              <a:ext uri="{FF2B5EF4-FFF2-40B4-BE49-F238E27FC236}">
                <a16:creationId xmlns:a16="http://schemas.microsoft.com/office/drawing/2014/main" id="{AAFA8F04-DC31-DEBB-0DBB-5A02B1A3174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473921" y="1738061"/>
            <a:ext cx="5107550" cy="436201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277193029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EF9E2A6-09C3-C58C-BC4D-7F6587CA948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2E9172CA-8E2C-3319-6F6D-844C0A42DB49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/>
        <p:txBody>
          <a:bodyPr/>
          <a:lstStyle/>
          <a:p>
            <a:r>
              <a:rPr kumimoji="1" lang="en-US" altLang="ko-KR" dirty="0">
                <a:latin typeface="나눔고딕" pitchFamily="2" charset="-127"/>
                <a:ea typeface="나눔고딕" pitchFamily="2" charset="-127"/>
              </a:rPr>
              <a:t>1. </a:t>
            </a:r>
            <a:r>
              <a:rPr kumimoji="1" lang="ko-KR" altLang="en-US" dirty="0">
                <a:latin typeface="나눔고딕" pitchFamily="2" charset="-127"/>
                <a:ea typeface="나눔고딕" pitchFamily="2" charset="-127"/>
              </a:rPr>
              <a:t>기본 암호화 </a:t>
            </a:r>
            <a:r>
              <a:rPr kumimoji="1" lang="en-US" altLang="ko-KR" dirty="0">
                <a:latin typeface="나눔고딕" pitchFamily="2" charset="-127"/>
                <a:ea typeface="나눔고딕" pitchFamily="2" charset="-127"/>
              </a:rPr>
              <a:t>(Microsoft </a:t>
            </a:r>
            <a:r>
              <a:rPr kumimoji="1" lang="ko-KR" altLang="en-US" dirty="0">
                <a:latin typeface="나눔고딕" pitchFamily="2" charset="-127"/>
                <a:ea typeface="나눔고딕" pitchFamily="2" charset="-127"/>
              </a:rPr>
              <a:t>관리 키</a:t>
            </a:r>
            <a:r>
              <a:rPr kumimoji="1" lang="en-US" altLang="ko-KR" dirty="0">
                <a:latin typeface="나눔고딕" pitchFamily="2" charset="-127"/>
                <a:ea typeface="나눔고딕" pitchFamily="2" charset="-127"/>
              </a:rPr>
              <a:t>)</a:t>
            </a:r>
            <a:endParaRPr kumimoji="1" lang="ko-KR" altLang="en-US" dirty="0">
              <a:latin typeface="나눔고딕" pitchFamily="2" charset="-127"/>
              <a:ea typeface="나눔고딕" pitchFamily="2" charset="-127"/>
            </a:endParaRPr>
          </a:p>
        </p:txBody>
      </p:sp>
      <p:sp>
        <p:nvSpPr>
          <p:cNvPr id="5" name="텍스트 개체 틀 4">
            <a:extLst>
              <a:ext uri="{FF2B5EF4-FFF2-40B4-BE49-F238E27FC236}">
                <a16:creationId xmlns:a16="http://schemas.microsoft.com/office/drawing/2014/main" id="{2C751355-C7BA-FC76-2D68-9081B72921A2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167237" y="757921"/>
            <a:ext cx="10592845" cy="350285"/>
          </a:xfrm>
        </p:spPr>
        <p:txBody>
          <a:bodyPr vert="horz" lIns="91440" tIns="45720" rIns="91440" bIns="45720" rtlCol="0" anchor="ctr">
            <a:noAutofit/>
          </a:bodyPr>
          <a:lstStyle/>
          <a:p>
            <a:r>
              <a:rPr lang="en-US" altLang="ko-KR" sz="1400" dirty="0">
                <a:solidFill>
                  <a:srgbClr val="1F3B63"/>
                </a:solidFill>
                <a:latin typeface="나눔고딕" pitchFamily="2" charset="-127"/>
                <a:ea typeface="나눔고딕" pitchFamily="2" charset="-127"/>
              </a:rPr>
              <a:t>1-1-5. Name, Source Category </a:t>
            </a:r>
            <a:r>
              <a:rPr lang="ko-KR" altLang="en-US" sz="1400" dirty="0">
                <a:solidFill>
                  <a:srgbClr val="1F3B63"/>
                </a:solidFill>
                <a:latin typeface="나눔고딕" pitchFamily="2" charset="-127"/>
                <a:ea typeface="나눔고딕" pitchFamily="2" charset="-127"/>
              </a:rPr>
              <a:t>입력 후 </a:t>
            </a:r>
            <a:r>
              <a:rPr lang="en-US" altLang="ko-KR" sz="1400" dirty="0">
                <a:solidFill>
                  <a:srgbClr val="1F3B63"/>
                </a:solidFill>
                <a:latin typeface="나눔고딕" pitchFamily="2" charset="-127"/>
                <a:ea typeface="나눔고딕" pitchFamily="2" charset="-127"/>
              </a:rPr>
              <a:t>Save</a:t>
            </a:r>
            <a:endParaRPr lang="ko-KR" altLang="en-US" sz="1400" dirty="0">
              <a:solidFill>
                <a:srgbClr val="1F3B63"/>
              </a:solidFill>
              <a:latin typeface="나눔고딕" pitchFamily="2" charset="-127"/>
              <a:ea typeface="나눔고딕" pitchFamily="2" charset="-127"/>
            </a:endParaRPr>
          </a:p>
        </p:txBody>
      </p:sp>
      <p:sp>
        <p:nvSpPr>
          <p:cNvPr id="7" name="텍스트 개체 틀 6">
            <a:extLst>
              <a:ext uri="{FF2B5EF4-FFF2-40B4-BE49-F238E27FC236}">
                <a16:creationId xmlns:a16="http://schemas.microsoft.com/office/drawing/2014/main" id="{4A2F7187-398C-FCAD-68B8-F6C9C915026D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/>
        <p:txBody>
          <a:bodyPr/>
          <a:lstStyle/>
          <a:p>
            <a:r>
              <a:rPr kumimoji="1" lang="ko-KR" altLang="en-US" sz="1400" b="0">
                <a:latin typeface="나눔고딕" pitchFamily="2" charset="-127"/>
                <a:ea typeface="나눔고딕" pitchFamily="2" charset="-127"/>
              </a:rPr>
              <a:t>이미지</a:t>
            </a:r>
          </a:p>
        </p:txBody>
      </p:sp>
      <p:sp>
        <p:nvSpPr>
          <p:cNvPr id="8" name="텍스트 개체 틀 7">
            <a:extLst>
              <a:ext uri="{FF2B5EF4-FFF2-40B4-BE49-F238E27FC236}">
                <a16:creationId xmlns:a16="http://schemas.microsoft.com/office/drawing/2014/main" id="{B28E9CAF-D992-D01D-298B-1FB437BA8639}"/>
              </a:ext>
            </a:extLst>
          </p:cNvPr>
          <p:cNvSpPr>
            <a:spLocks noGrp="1"/>
          </p:cNvSpPr>
          <p:nvPr>
            <p:ph type="body" sz="quarter" idx="20"/>
          </p:nvPr>
        </p:nvSpPr>
        <p:spPr/>
        <p:txBody>
          <a:bodyPr/>
          <a:lstStyle/>
          <a:p>
            <a:r>
              <a:rPr kumimoji="1" lang="ko-KR" altLang="en-US" sz="1400" b="0">
                <a:latin typeface="나눔고딕" pitchFamily="2" charset="-127"/>
                <a:ea typeface="나눔고딕" pitchFamily="2" charset="-127"/>
              </a:rPr>
              <a:t>설명</a:t>
            </a:r>
            <a:endParaRPr kumimoji="1" lang="en-US" altLang="ko-KR" sz="1400" b="0">
              <a:latin typeface="나눔고딕" pitchFamily="2" charset="-127"/>
              <a:ea typeface="나눔고딕" pitchFamily="2" charset="-127"/>
            </a:endParaRPr>
          </a:p>
        </p:txBody>
      </p:sp>
      <p:sp>
        <p:nvSpPr>
          <p:cNvPr id="9" name="텍스트 개체 틀 8">
            <a:extLst>
              <a:ext uri="{FF2B5EF4-FFF2-40B4-BE49-F238E27FC236}">
                <a16:creationId xmlns:a16="http://schemas.microsoft.com/office/drawing/2014/main" id="{1F8C20A8-5DB7-F639-AD38-D299F64E1F96}"/>
              </a:ext>
            </a:extLst>
          </p:cNvPr>
          <p:cNvSpPr>
            <a:spLocks noGrp="1"/>
          </p:cNvSpPr>
          <p:nvPr>
            <p:ph type="body" sz="quarter" idx="21"/>
          </p:nvPr>
        </p:nvSpPr>
        <p:spPr>
          <a:xfrm>
            <a:off x="8044544" y="1664441"/>
            <a:ext cx="3980220" cy="4509590"/>
          </a:xfrm>
        </p:spPr>
        <p:txBody>
          <a:bodyPr anchor="t"/>
          <a:lstStyle/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kumimoji="1" lang="en-US" altLang="ko-KR">
                <a:latin typeface="NanumGothic" panose="020D0604000000000000" pitchFamily="34" charset="-127"/>
                <a:ea typeface="NanumGothic" panose="020D0604000000000000" pitchFamily="34" charset="-127"/>
              </a:rPr>
              <a:t>Name, Source Category </a:t>
            </a:r>
            <a:r>
              <a:rPr kumimoji="1" lang="ko-KR" altLang="en-US">
                <a:latin typeface="NanumGothic" panose="020D0604000000000000" pitchFamily="34" charset="-127"/>
                <a:ea typeface="NanumGothic" panose="020D0604000000000000" pitchFamily="34" charset="-127"/>
              </a:rPr>
              <a:t>입력 후 </a:t>
            </a:r>
            <a:r>
              <a:rPr kumimoji="1" lang="en-US" altLang="ko-KR">
                <a:latin typeface="NanumGothic" panose="020D0604000000000000" pitchFamily="34" charset="-127"/>
                <a:ea typeface="NanumGothic" panose="020D0604000000000000" pitchFamily="34" charset="-127"/>
              </a:rPr>
              <a:t>Save </a:t>
            </a:r>
            <a:r>
              <a:rPr kumimoji="1" lang="ko-KR" altLang="en-US">
                <a:latin typeface="NanumGothic" panose="020D0604000000000000" pitchFamily="34" charset="-127"/>
                <a:ea typeface="NanumGothic" panose="020D0604000000000000" pitchFamily="34" charset="-127"/>
              </a:rPr>
              <a:t>클릭</a:t>
            </a:r>
            <a:endParaRPr kumimoji="1" lang="en-US" altLang="ko-KR">
              <a:latin typeface="NanumGothic" panose="020D0604000000000000" pitchFamily="34" charset="-127"/>
              <a:ea typeface="NanumGothic" panose="020D0604000000000000" pitchFamily="34" charset="-127"/>
            </a:endParaRP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8F77D86-A53F-7C9E-A35D-04794F779979}"/>
              </a:ext>
            </a:extLst>
          </p:cNvPr>
          <p:cNvSpPr txBox="1">
            <a:spLocks/>
          </p:cNvSpPr>
          <p:nvPr/>
        </p:nvSpPr>
        <p:spPr>
          <a:xfrm>
            <a:off x="5883116" y="6424779"/>
            <a:ext cx="423452" cy="365343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ctr" defTabSz="457200" rtl="0" eaLnBrk="1" latinLnBrk="0" hangingPunct="1"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DBA1B0FB-D917-4C8C-928F-313BD683BF39}" type="slidenum">
              <a:rPr lang="en-US" smtClean="0">
                <a:solidFill>
                  <a:srgbClr val="173F69"/>
                </a:solidFill>
              </a:rPr>
              <a:pPr/>
              <a:t>7</a:t>
            </a:fld>
            <a:endParaRPr lang="en-US">
              <a:solidFill>
                <a:srgbClr val="173F69"/>
              </a:solidFill>
            </a:endParaRPr>
          </a:p>
        </p:txBody>
      </p:sp>
      <p:pic>
        <p:nvPicPr>
          <p:cNvPr id="4" name="그림 3">
            <a:extLst>
              <a:ext uri="{FF2B5EF4-FFF2-40B4-BE49-F238E27FC236}">
                <a16:creationId xmlns:a16="http://schemas.microsoft.com/office/drawing/2014/main" id="{CB77AEC1-2347-E850-A11C-1ED5F50C176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817422" y="1728885"/>
            <a:ext cx="2420548" cy="437119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41267206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55409AE-6883-E3B7-75C9-7BF7B5E8D88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55B6EFBB-6E93-27D8-C51F-889D25F9E162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/>
        <p:txBody>
          <a:bodyPr/>
          <a:lstStyle/>
          <a:p>
            <a:r>
              <a:rPr kumimoji="1" lang="en-US" altLang="ko-KR" dirty="0">
                <a:latin typeface="나눔고딕" pitchFamily="2" charset="-127"/>
                <a:ea typeface="나눔고딕" pitchFamily="2" charset="-127"/>
              </a:rPr>
              <a:t>1. </a:t>
            </a:r>
            <a:r>
              <a:rPr kumimoji="1" lang="ko-KR" altLang="en-US" dirty="0">
                <a:latin typeface="나눔고딕" pitchFamily="2" charset="-127"/>
                <a:ea typeface="나눔고딕" pitchFamily="2" charset="-127"/>
              </a:rPr>
              <a:t>기본 암호화 </a:t>
            </a:r>
            <a:r>
              <a:rPr kumimoji="1" lang="en-US" altLang="ko-KR" dirty="0">
                <a:latin typeface="나눔고딕" pitchFamily="2" charset="-127"/>
                <a:ea typeface="나눔고딕" pitchFamily="2" charset="-127"/>
              </a:rPr>
              <a:t>(Microsoft </a:t>
            </a:r>
            <a:r>
              <a:rPr kumimoji="1" lang="ko-KR" altLang="en-US" dirty="0">
                <a:latin typeface="나눔고딕" pitchFamily="2" charset="-127"/>
                <a:ea typeface="나눔고딕" pitchFamily="2" charset="-127"/>
              </a:rPr>
              <a:t>관리 키</a:t>
            </a:r>
            <a:r>
              <a:rPr kumimoji="1" lang="en-US" altLang="ko-KR" dirty="0">
                <a:latin typeface="나눔고딕" pitchFamily="2" charset="-127"/>
                <a:ea typeface="나눔고딕" pitchFamily="2" charset="-127"/>
              </a:rPr>
              <a:t>)</a:t>
            </a:r>
            <a:endParaRPr kumimoji="1" lang="ko-KR" altLang="en-US" dirty="0">
              <a:latin typeface="나눔고딕" pitchFamily="2" charset="-127"/>
              <a:ea typeface="나눔고딕" pitchFamily="2" charset="-127"/>
            </a:endParaRPr>
          </a:p>
        </p:txBody>
      </p:sp>
      <p:sp>
        <p:nvSpPr>
          <p:cNvPr id="5" name="텍스트 개체 틀 4">
            <a:extLst>
              <a:ext uri="{FF2B5EF4-FFF2-40B4-BE49-F238E27FC236}">
                <a16:creationId xmlns:a16="http://schemas.microsoft.com/office/drawing/2014/main" id="{DD816023-F31B-2749-D8E1-E854DA644A6E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167237" y="757921"/>
            <a:ext cx="10592845" cy="350285"/>
          </a:xfrm>
        </p:spPr>
        <p:txBody>
          <a:bodyPr vert="horz" lIns="91440" tIns="45720" rIns="91440" bIns="45720" rtlCol="0" anchor="ctr">
            <a:noAutofit/>
          </a:bodyPr>
          <a:lstStyle/>
          <a:p>
            <a:r>
              <a:rPr lang="en-US" altLang="ko-KR" sz="1400" dirty="0">
                <a:solidFill>
                  <a:srgbClr val="1F3B63"/>
                </a:solidFill>
                <a:latin typeface="나눔고딕" pitchFamily="2" charset="-127"/>
                <a:ea typeface="나눔고딕" pitchFamily="2" charset="-127"/>
              </a:rPr>
              <a:t>1-1-6. HTTP URL </a:t>
            </a:r>
            <a:r>
              <a:rPr lang="ko-KR" altLang="en-US" sz="1400" dirty="0">
                <a:solidFill>
                  <a:srgbClr val="1F3B63"/>
                </a:solidFill>
                <a:latin typeface="나눔고딕" pitchFamily="2" charset="-127"/>
                <a:ea typeface="나눔고딕" pitchFamily="2" charset="-127"/>
              </a:rPr>
              <a:t>복사</a:t>
            </a:r>
          </a:p>
        </p:txBody>
      </p:sp>
      <p:sp>
        <p:nvSpPr>
          <p:cNvPr id="7" name="텍스트 개체 틀 6">
            <a:extLst>
              <a:ext uri="{FF2B5EF4-FFF2-40B4-BE49-F238E27FC236}">
                <a16:creationId xmlns:a16="http://schemas.microsoft.com/office/drawing/2014/main" id="{EE1A0FFD-D360-7E07-511F-9535D3937732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/>
        <p:txBody>
          <a:bodyPr/>
          <a:lstStyle/>
          <a:p>
            <a:r>
              <a:rPr kumimoji="1" lang="ko-KR" altLang="en-US" sz="1400" b="0">
                <a:latin typeface="나눔고딕" pitchFamily="2" charset="-127"/>
                <a:ea typeface="나눔고딕" pitchFamily="2" charset="-127"/>
              </a:rPr>
              <a:t>이미지</a:t>
            </a:r>
          </a:p>
        </p:txBody>
      </p:sp>
      <p:sp>
        <p:nvSpPr>
          <p:cNvPr id="8" name="텍스트 개체 틀 7">
            <a:extLst>
              <a:ext uri="{FF2B5EF4-FFF2-40B4-BE49-F238E27FC236}">
                <a16:creationId xmlns:a16="http://schemas.microsoft.com/office/drawing/2014/main" id="{BB6C0279-493E-D7CC-0B26-D38421390873}"/>
              </a:ext>
            </a:extLst>
          </p:cNvPr>
          <p:cNvSpPr>
            <a:spLocks noGrp="1"/>
          </p:cNvSpPr>
          <p:nvPr>
            <p:ph type="body" sz="quarter" idx="20"/>
          </p:nvPr>
        </p:nvSpPr>
        <p:spPr/>
        <p:txBody>
          <a:bodyPr/>
          <a:lstStyle/>
          <a:p>
            <a:r>
              <a:rPr kumimoji="1" lang="ko-KR" altLang="en-US" sz="1400" b="0">
                <a:latin typeface="나눔고딕" pitchFamily="2" charset="-127"/>
                <a:ea typeface="나눔고딕" pitchFamily="2" charset="-127"/>
              </a:rPr>
              <a:t>설명</a:t>
            </a:r>
            <a:endParaRPr kumimoji="1" lang="en-US" altLang="ko-KR" sz="1400" b="0">
              <a:latin typeface="나눔고딕" pitchFamily="2" charset="-127"/>
              <a:ea typeface="나눔고딕" pitchFamily="2" charset="-127"/>
            </a:endParaRPr>
          </a:p>
        </p:txBody>
      </p:sp>
      <p:sp>
        <p:nvSpPr>
          <p:cNvPr id="9" name="텍스트 개체 틀 8">
            <a:extLst>
              <a:ext uri="{FF2B5EF4-FFF2-40B4-BE49-F238E27FC236}">
                <a16:creationId xmlns:a16="http://schemas.microsoft.com/office/drawing/2014/main" id="{6F9F91FC-DB5E-A715-D987-81209D5F553C}"/>
              </a:ext>
            </a:extLst>
          </p:cNvPr>
          <p:cNvSpPr>
            <a:spLocks noGrp="1"/>
          </p:cNvSpPr>
          <p:nvPr>
            <p:ph type="body" sz="quarter" idx="21"/>
          </p:nvPr>
        </p:nvSpPr>
        <p:spPr>
          <a:xfrm>
            <a:off x="8044544" y="1664441"/>
            <a:ext cx="3980220" cy="4509590"/>
          </a:xfrm>
        </p:spPr>
        <p:txBody>
          <a:bodyPr anchor="t"/>
          <a:lstStyle/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kumimoji="1" lang="en-US" altLang="ko-KR" err="1">
                <a:latin typeface="NanumGothic" panose="020D0604000000000000" pitchFamily="34" charset="-127"/>
                <a:ea typeface="NanumGothic" panose="020D0604000000000000" pitchFamily="34" charset="-127"/>
              </a:rPr>
              <a:t>Presigned</a:t>
            </a:r>
            <a:r>
              <a:rPr kumimoji="1" lang="ko-KR" altLang="en-US">
                <a:latin typeface="NanumGothic" panose="020D0604000000000000" pitchFamily="34" charset="-127"/>
                <a:ea typeface="NanumGothic" panose="020D0604000000000000" pitchFamily="34" charset="-127"/>
              </a:rPr>
              <a:t> </a:t>
            </a:r>
            <a:r>
              <a:rPr kumimoji="1" lang="en-US" altLang="ko-KR">
                <a:latin typeface="NanumGothic" panose="020D0604000000000000" pitchFamily="34" charset="-127"/>
                <a:ea typeface="NanumGothic" panose="020D0604000000000000" pitchFamily="34" charset="-127"/>
              </a:rPr>
              <a:t>URL</a:t>
            </a:r>
            <a:r>
              <a:rPr kumimoji="1" lang="ko-KR" altLang="en-US">
                <a:latin typeface="NanumGothic" panose="020D0604000000000000" pitchFamily="34" charset="-127"/>
                <a:ea typeface="NanumGothic" panose="020D0604000000000000" pitchFamily="34" charset="-127"/>
              </a:rPr>
              <a:t> 선택 후 </a:t>
            </a:r>
            <a:r>
              <a:rPr kumimoji="1" lang="en-US" altLang="ko-KR">
                <a:latin typeface="NanumGothic" panose="020D0604000000000000" pitchFamily="34" charset="-127"/>
                <a:ea typeface="NanumGothic" panose="020D0604000000000000" pitchFamily="34" charset="-127"/>
              </a:rPr>
              <a:t>URL ‘Copy’ </a:t>
            </a:r>
            <a:r>
              <a:rPr kumimoji="1" lang="ko-KR" altLang="en-US">
                <a:latin typeface="NanumGothic" panose="020D0604000000000000" pitchFamily="34" charset="-127"/>
                <a:ea typeface="NanumGothic" panose="020D0604000000000000" pitchFamily="34" charset="-127"/>
              </a:rPr>
              <a:t>버튼 클릭</a:t>
            </a:r>
            <a:endParaRPr kumimoji="1" lang="en-US" altLang="ko-KR">
              <a:latin typeface="NanumGothic" panose="020D0604000000000000" pitchFamily="34" charset="-127"/>
              <a:ea typeface="NanumGothic" panose="020D0604000000000000" pitchFamily="34" charset="-127"/>
            </a:endParaRP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6D1C04C-552D-CEEB-40B7-FDAB479B49B8}"/>
              </a:ext>
            </a:extLst>
          </p:cNvPr>
          <p:cNvSpPr txBox="1">
            <a:spLocks/>
          </p:cNvSpPr>
          <p:nvPr/>
        </p:nvSpPr>
        <p:spPr>
          <a:xfrm>
            <a:off x="5883116" y="6424779"/>
            <a:ext cx="423452" cy="365343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ctr" defTabSz="457200" rtl="0" eaLnBrk="1" latinLnBrk="0" hangingPunct="1"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DBA1B0FB-D917-4C8C-928F-313BD683BF39}" type="slidenum">
              <a:rPr lang="en-US" smtClean="0">
                <a:solidFill>
                  <a:srgbClr val="173F69"/>
                </a:solidFill>
              </a:rPr>
              <a:pPr/>
              <a:t>8</a:t>
            </a:fld>
            <a:endParaRPr lang="en-US">
              <a:solidFill>
                <a:srgbClr val="173F69"/>
              </a:solidFill>
            </a:endParaRPr>
          </a:p>
        </p:txBody>
      </p:sp>
      <p:pic>
        <p:nvPicPr>
          <p:cNvPr id="4" name="그림 3">
            <a:extLst>
              <a:ext uri="{FF2B5EF4-FFF2-40B4-BE49-F238E27FC236}">
                <a16:creationId xmlns:a16="http://schemas.microsoft.com/office/drawing/2014/main" id="{CAFEC528-02FF-B466-08CD-A80C499A1E8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74534" y="2185444"/>
            <a:ext cx="5906324" cy="346758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81751569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547E606-A624-90C7-5BB8-D892495264A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D97CE34B-2312-E71F-DF8B-B80CD60D4C31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/>
        <p:txBody>
          <a:bodyPr/>
          <a:lstStyle/>
          <a:p>
            <a:r>
              <a:rPr kumimoji="1" lang="en-US" altLang="ko-KR" dirty="0">
                <a:latin typeface="나눔고딕" pitchFamily="2" charset="-127"/>
                <a:ea typeface="나눔고딕" pitchFamily="2" charset="-127"/>
              </a:rPr>
              <a:t>1. </a:t>
            </a:r>
            <a:r>
              <a:rPr kumimoji="1" lang="ko-KR" altLang="en-US" dirty="0">
                <a:latin typeface="나눔고딕" pitchFamily="2" charset="-127"/>
                <a:ea typeface="나눔고딕" pitchFamily="2" charset="-127"/>
              </a:rPr>
              <a:t>기본 암호화 </a:t>
            </a:r>
            <a:r>
              <a:rPr kumimoji="1" lang="en-US" altLang="ko-KR" dirty="0">
                <a:latin typeface="나눔고딕" pitchFamily="2" charset="-127"/>
                <a:ea typeface="나눔고딕" pitchFamily="2" charset="-127"/>
              </a:rPr>
              <a:t>(Microsoft </a:t>
            </a:r>
            <a:r>
              <a:rPr kumimoji="1" lang="ko-KR" altLang="en-US" dirty="0">
                <a:latin typeface="나눔고딕" pitchFamily="2" charset="-127"/>
                <a:ea typeface="나눔고딕" pitchFamily="2" charset="-127"/>
              </a:rPr>
              <a:t>관리 키</a:t>
            </a:r>
            <a:r>
              <a:rPr kumimoji="1" lang="en-US" altLang="ko-KR" dirty="0">
                <a:latin typeface="나눔고딕" pitchFamily="2" charset="-127"/>
                <a:ea typeface="나눔고딕" pitchFamily="2" charset="-127"/>
              </a:rPr>
              <a:t>)</a:t>
            </a:r>
            <a:endParaRPr kumimoji="1" lang="ko-KR" altLang="en-US" dirty="0">
              <a:latin typeface="나눔고딕" pitchFamily="2" charset="-127"/>
              <a:ea typeface="나눔고딕" pitchFamily="2" charset="-127"/>
            </a:endParaRPr>
          </a:p>
        </p:txBody>
      </p:sp>
      <p:sp>
        <p:nvSpPr>
          <p:cNvPr id="5" name="텍스트 개체 틀 4">
            <a:extLst>
              <a:ext uri="{FF2B5EF4-FFF2-40B4-BE49-F238E27FC236}">
                <a16:creationId xmlns:a16="http://schemas.microsoft.com/office/drawing/2014/main" id="{DB3C639E-0C9D-77C4-6446-2D124B39B057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167237" y="757921"/>
            <a:ext cx="10592845" cy="350285"/>
          </a:xfrm>
        </p:spPr>
        <p:txBody>
          <a:bodyPr vert="horz" lIns="91440" tIns="45720" rIns="91440" bIns="45720" rtlCol="0" anchor="ctr">
            <a:noAutofit/>
          </a:bodyPr>
          <a:lstStyle/>
          <a:p>
            <a:r>
              <a:rPr lang="en-US" altLang="ko-KR" sz="1400" dirty="0">
                <a:solidFill>
                  <a:srgbClr val="1F3B63"/>
                </a:solidFill>
                <a:latin typeface="나눔고딕" pitchFamily="2" charset="-127"/>
                <a:ea typeface="나눔고딕" pitchFamily="2" charset="-127"/>
              </a:rPr>
              <a:t>1-2-1. “</a:t>
            </a:r>
            <a:r>
              <a:rPr lang="ko-KR" altLang="en-US" sz="1400" dirty="0">
                <a:solidFill>
                  <a:srgbClr val="1F3B63"/>
                </a:solidFill>
                <a:latin typeface="나눔고딕" pitchFamily="2" charset="-127"/>
                <a:ea typeface="나눔고딕" pitchFamily="2" charset="-127"/>
              </a:rPr>
              <a:t>사용자 지정 템플릿 배포</a:t>
            </a:r>
            <a:r>
              <a:rPr lang="en-US" altLang="ko-KR" sz="1400" dirty="0">
                <a:solidFill>
                  <a:srgbClr val="1F3B63"/>
                </a:solidFill>
                <a:latin typeface="나눔고딕" pitchFamily="2" charset="-127"/>
                <a:ea typeface="나눔고딕" pitchFamily="2" charset="-127"/>
              </a:rPr>
              <a:t>" </a:t>
            </a:r>
            <a:r>
              <a:rPr lang="ko-KR" altLang="en-US" sz="1400" dirty="0">
                <a:solidFill>
                  <a:srgbClr val="1F3B63"/>
                </a:solidFill>
                <a:latin typeface="나눔고딕" pitchFamily="2" charset="-127"/>
                <a:ea typeface="나눔고딕" pitchFamily="2" charset="-127"/>
              </a:rPr>
              <a:t>검색 </a:t>
            </a:r>
          </a:p>
        </p:txBody>
      </p:sp>
      <p:sp>
        <p:nvSpPr>
          <p:cNvPr id="7" name="텍스트 개체 틀 6">
            <a:extLst>
              <a:ext uri="{FF2B5EF4-FFF2-40B4-BE49-F238E27FC236}">
                <a16:creationId xmlns:a16="http://schemas.microsoft.com/office/drawing/2014/main" id="{E4EB77DF-E23D-6980-3167-3A1F654AAC2B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/>
        <p:txBody>
          <a:bodyPr/>
          <a:lstStyle/>
          <a:p>
            <a:r>
              <a:rPr kumimoji="1" lang="ko-KR" altLang="en-US" sz="1400" b="0">
                <a:latin typeface="나눔고딕" pitchFamily="2" charset="-127"/>
                <a:ea typeface="나눔고딕" pitchFamily="2" charset="-127"/>
              </a:rPr>
              <a:t>이미지</a:t>
            </a:r>
          </a:p>
        </p:txBody>
      </p:sp>
      <p:sp>
        <p:nvSpPr>
          <p:cNvPr id="8" name="텍스트 개체 틀 7">
            <a:extLst>
              <a:ext uri="{FF2B5EF4-FFF2-40B4-BE49-F238E27FC236}">
                <a16:creationId xmlns:a16="http://schemas.microsoft.com/office/drawing/2014/main" id="{198753AC-C71C-C06A-5741-4248C1AB3998}"/>
              </a:ext>
            </a:extLst>
          </p:cNvPr>
          <p:cNvSpPr>
            <a:spLocks noGrp="1"/>
          </p:cNvSpPr>
          <p:nvPr>
            <p:ph type="body" sz="quarter" idx="20"/>
          </p:nvPr>
        </p:nvSpPr>
        <p:spPr/>
        <p:txBody>
          <a:bodyPr/>
          <a:lstStyle/>
          <a:p>
            <a:r>
              <a:rPr kumimoji="1" lang="ko-KR" altLang="en-US" sz="1400" b="0">
                <a:latin typeface="나눔고딕" pitchFamily="2" charset="-127"/>
                <a:ea typeface="나눔고딕" pitchFamily="2" charset="-127"/>
              </a:rPr>
              <a:t>설명</a:t>
            </a:r>
            <a:endParaRPr kumimoji="1" lang="en-US" altLang="ko-KR" sz="1400" b="0">
              <a:latin typeface="나눔고딕" pitchFamily="2" charset="-127"/>
              <a:ea typeface="나눔고딕" pitchFamily="2" charset="-127"/>
            </a:endParaRPr>
          </a:p>
        </p:txBody>
      </p:sp>
      <p:sp>
        <p:nvSpPr>
          <p:cNvPr id="9" name="텍스트 개체 틀 8">
            <a:extLst>
              <a:ext uri="{FF2B5EF4-FFF2-40B4-BE49-F238E27FC236}">
                <a16:creationId xmlns:a16="http://schemas.microsoft.com/office/drawing/2014/main" id="{DDD4FFEF-4036-78A1-E335-FF39608CC820}"/>
              </a:ext>
            </a:extLst>
          </p:cNvPr>
          <p:cNvSpPr>
            <a:spLocks noGrp="1"/>
          </p:cNvSpPr>
          <p:nvPr>
            <p:ph type="body" sz="quarter" idx="21"/>
          </p:nvPr>
        </p:nvSpPr>
        <p:spPr>
          <a:xfrm>
            <a:off x="8044544" y="1664441"/>
            <a:ext cx="3980220" cy="4509590"/>
          </a:xfrm>
        </p:spPr>
        <p:txBody>
          <a:bodyPr anchor="t"/>
          <a:lstStyle/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kumimoji="1" lang="en-US" altLang="ko-KR">
                <a:latin typeface="NanumGothic" panose="020D0604000000000000" pitchFamily="34" charset="-127"/>
                <a:ea typeface="NanumGothic" panose="020D0604000000000000" pitchFamily="34" charset="-127"/>
              </a:rPr>
              <a:t>‘</a:t>
            </a:r>
            <a:r>
              <a:rPr kumimoji="1" lang="ko-KR" altLang="en-US">
                <a:latin typeface="NanumGothic" panose="020D0604000000000000" pitchFamily="34" charset="-127"/>
                <a:ea typeface="NanumGothic" panose="020D0604000000000000" pitchFamily="34" charset="-127"/>
              </a:rPr>
              <a:t>사용자 지정 템플릿 배포</a:t>
            </a:r>
            <a:r>
              <a:rPr kumimoji="1" lang="en-US" altLang="ko-KR">
                <a:latin typeface="NanumGothic" panose="020D0604000000000000" pitchFamily="34" charset="-127"/>
                <a:ea typeface="NanumGothic" panose="020D0604000000000000" pitchFamily="34" charset="-127"/>
              </a:rPr>
              <a:t>‘</a:t>
            </a:r>
            <a:r>
              <a:rPr kumimoji="1" lang="ko-KR" altLang="en-US">
                <a:latin typeface="NanumGothic" panose="020D0604000000000000" pitchFamily="34" charset="-127"/>
                <a:ea typeface="NanumGothic" panose="020D0604000000000000" pitchFamily="34" charset="-127"/>
              </a:rPr>
              <a:t>에서 </a:t>
            </a:r>
            <a:r>
              <a:rPr kumimoji="1" lang="en-US" altLang="ko-KR">
                <a:latin typeface="NanumGothic" panose="020D0604000000000000" pitchFamily="34" charset="-127"/>
                <a:ea typeface="NanumGothic" panose="020D0604000000000000" pitchFamily="34" charset="-127"/>
              </a:rPr>
              <a:t>‘</a:t>
            </a:r>
            <a:r>
              <a:rPr kumimoji="1" lang="ko-KR" altLang="en-US">
                <a:latin typeface="NanumGothic" panose="020D0604000000000000" pitchFamily="34" charset="-127"/>
                <a:ea typeface="NanumGothic" panose="020D0604000000000000" pitchFamily="34" charset="-127"/>
              </a:rPr>
              <a:t>편집기에서 사용자 고유의 템플릿을 빌드합니다</a:t>
            </a:r>
            <a:r>
              <a:rPr kumimoji="1" lang="en-US" altLang="ko-KR">
                <a:latin typeface="NanumGothic" panose="020D0604000000000000" pitchFamily="34" charset="-127"/>
                <a:ea typeface="NanumGothic" panose="020D0604000000000000" pitchFamily="34" charset="-127"/>
              </a:rPr>
              <a:t>.’ </a:t>
            </a:r>
            <a:r>
              <a:rPr kumimoji="1" lang="ko-KR" altLang="en-US">
                <a:latin typeface="NanumGothic" panose="020D0604000000000000" pitchFamily="34" charset="-127"/>
                <a:ea typeface="NanumGothic" panose="020D0604000000000000" pitchFamily="34" charset="-127"/>
              </a:rPr>
              <a:t>클릭</a:t>
            </a:r>
            <a:endParaRPr kumimoji="1" lang="en-US" altLang="ko-KR">
              <a:latin typeface="NanumGothic" panose="020D0604000000000000" pitchFamily="34" charset="-127"/>
              <a:ea typeface="NanumGothic" panose="020D0604000000000000" pitchFamily="34" charset="-127"/>
            </a:endParaRP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244EEAF-5099-7FBE-E471-8B97830FEA64}"/>
              </a:ext>
            </a:extLst>
          </p:cNvPr>
          <p:cNvSpPr txBox="1">
            <a:spLocks/>
          </p:cNvSpPr>
          <p:nvPr/>
        </p:nvSpPr>
        <p:spPr>
          <a:xfrm>
            <a:off x="5883116" y="6424779"/>
            <a:ext cx="423452" cy="365343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ctr" defTabSz="457200" rtl="0" eaLnBrk="1" latinLnBrk="0" hangingPunct="1"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DBA1B0FB-D917-4C8C-928F-313BD683BF39}" type="slidenum">
              <a:rPr lang="en-US" smtClean="0">
                <a:solidFill>
                  <a:srgbClr val="173F69"/>
                </a:solidFill>
              </a:rPr>
              <a:pPr/>
              <a:t>9</a:t>
            </a:fld>
            <a:endParaRPr lang="en-US">
              <a:solidFill>
                <a:srgbClr val="173F69"/>
              </a:solidFill>
            </a:endParaRPr>
          </a:p>
        </p:txBody>
      </p:sp>
      <p:pic>
        <p:nvPicPr>
          <p:cNvPr id="10" name="그림 9">
            <a:extLst>
              <a:ext uri="{FF2B5EF4-FFF2-40B4-BE49-F238E27FC236}">
                <a16:creationId xmlns:a16="http://schemas.microsoft.com/office/drawing/2014/main" id="{667CF0F2-E1D3-257E-ED98-A3882D901CF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723334" y="1903400"/>
            <a:ext cx="4608723" cy="403167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03679018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B7A759F-C045-828D-7121-28F65D1CDA7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1BD56E6E-93C2-BE57-588B-CADD0E11F208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/>
        <p:txBody>
          <a:bodyPr/>
          <a:lstStyle/>
          <a:p>
            <a:r>
              <a:rPr kumimoji="1" lang="en-US" altLang="ko-KR" dirty="0">
                <a:latin typeface="나눔고딕" pitchFamily="2" charset="-127"/>
                <a:ea typeface="나눔고딕" pitchFamily="2" charset="-127"/>
              </a:rPr>
              <a:t>1. </a:t>
            </a:r>
            <a:r>
              <a:rPr kumimoji="1" lang="ko-KR" altLang="en-US" dirty="0">
                <a:latin typeface="나눔고딕" pitchFamily="2" charset="-127"/>
                <a:ea typeface="나눔고딕" pitchFamily="2" charset="-127"/>
              </a:rPr>
              <a:t>기본 암호화 </a:t>
            </a:r>
            <a:r>
              <a:rPr kumimoji="1" lang="en-US" altLang="ko-KR" dirty="0">
                <a:latin typeface="나눔고딕" pitchFamily="2" charset="-127"/>
                <a:ea typeface="나눔고딕" pitchFamily="2" charset="-127"/>
              </a:rPr>
              <a:t>(Microsoft </a:t>
            </a:r>
            <a:r>
              <a:rPr kumimoji="1" lang="ko-KR" altLang="en-US" dirty="0">
                <a:latin typeface="나눔고딕" pitchFamily="2" charset="-127"/>
                <a:ea typeface="나눔고딕" pitchFamily="2" charset="-127"/>
              </a:rPr>
              <a:t>관리 키</a:t>
            </a:r>
            <a:r>
              <a:rPr kumimoji="1" lang="en-US" altLang="ko-KR" dirty="0">
                <a:latin typeface="나눔고딕" pitchFamily="2" charset="-127"/>
                <a:ea typeface="나눔고딕" pitchFamily="2" charset="-127"/>
              </a:rPr>
              <a:t>)</a:t>
            </a:r>
            <a:endParaRPr kumimoji="1" lang="ko-KR" altLang="en-US" dirty="0">
              <a:latin typeface="나눔고딕" pitchFamily="2" charset="-127"/>
              <a:ea typeface="나눔고딕" pitchFamily="2" charset="-127"/>
            </a:endParaRPr>
          </a:p>
        </p:txBody>
      </p:sp>
      <p:sp>
        <p:nvSpPr>
          <p:cNvPr id="5" name="텍스트 개체 틀 4">
            <a:extLst>
              <a:ext uri="{FF2B5EF4-FFF2-40B4-BE49-F238E27FC236}">
                <a16:creationId xmlns:a16="http://schemas.microsoft.com/office/drawing/2014/main" id="{D6D29F26-1FA3-8722-A5DA-295AD782653F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167237" y="757921"/>
            <a:ext cx="10592845" cy="350285"/>
          </a:xfrm>
        </p:spPr>
        <p:txBody>
          <a:bodyPr vert="horz" lIns="91440" tIns="45720" rIns="91440" bIns="45720" rtlCol="0" anchor="ctr">
            <a:noAutofit/>
          </a:bodyPr>
          <a:lstStyle/>
          <a:p>
            <a:r>
              <a:rPr lang="en-US" altLang="ko-KR" sz="1400" dirty="0">
                <a:solidFill>
                  <a:srgbClr val="1F3B63"/>
                </a:solidFill>
                <a:latin typeface="나눔고딕" pitchFamily="2" charset="-127"/>
                <a:ea typeface="나눔고딕" pitchFamily="2" charset="-127"/>
              </a:rPr>
              <a:t>1-2-2. </a:t>
            </a:r>
            <a:r>
              <a:rPr lang="ko-KR" altLang="en-US" sz="1400" dirty="0">
                <a:solidFill>
                  <a:srgbClr val="1F3B63"/>
                </a:solidFill>
                <a:latin typeface="나눔고딕" pitchFamily="2" charset="-127"/>
                <a:ea typeface="나눔고딕" pitchFamily="2" charset="-127"/>
              </a:rPr>
              <a:t>편집기에서 직접 템플릿 빌드 클릭</a:t>
            </a:r>
          </a:p>
        </p:txBody>
      </p:sp>
      <p:sp>
        <p:nvSpPr>
          <p:cNvPr id="7" name="텍스트 개체 틀 6">
            <a:extLst>
              <a:ext uri="{FF2B5EF4-FFF2-40B4-BE49-F238E27FC236}">
                <a16:creationId xmlns:a16="http://schemas.microsoft.com/office/drawing/2014/main" id="{03DAE026-0A9D-1E6F-F249-89122D5D5BA2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/>
        <p:txBody>
          <a:bodyPr/>
          <a:lstStyle/>
          <a:p>
            <a:r>
              <a:rPr kumimoji="1" lang="ko-KR" altLang="en-US" sz="1400" b="0">
                <a:latin typeface="나눔고딕" pitchFamily="2" charset="-127"/>
                <a:ea typeface="나눔고딕" pitchFamily="2" charset="-127"/>
              </a:rPr>
              <a:t>이미지</a:t>
            </a:r>
          </a:p>
        </p:txBody>
      </p:sp>
      <p:sp>
        <p:nvSpPr>
          <p:cNvPr id="8" name="텍스트 개체 틀 7">
            <a:extLst>
              <a:ext uri="{FF2B5EF4-FFF2-40B4-BE49-F238E27FC236}">
                <a16:creationId xmlns:a16="http://schemas.microsoft.com/office/drawing/2014/main" id="{2E27981A-EB95-06D2-C845-EBDD890B3A66}"/>
              </a:ext>
            </a:extLst>
          </p:cNvPr>
          <p:cNvSpPr>
            <a:spLocks noGrp="1"/>
          </p:cNvSpPr>
          <p:nvPr>
            <p:ph type="body" sz="quarter" idx="20"/>
          </p:nvPr>
        </p:nvSpPr>
        <p:spPr/>
        <p:txBody>
          <a:bodyPr/>
          <a:lstStyle/>
          <a:p>
            <a:r>
              <a:rPr kumimoji="1" lang="ko-KR" altLang="en-US" sz="1400" b="0">
                <a:latin typeface="나눔고딕" pitchFamily="2" charset="-127"/>
                <a:ea typeface="나눔고딕" pitchFamily="2" charset="-127"/>
              </a:rPr>
              <a:t>설명</a:t>
            </a:r>
            <a:endParaRPr kumimoji="1" lang="en-US" altLang="ko-KR" sz="1400" b="0">
              <a:latin typeface="나눔고딕" pitchFamily="2" charset="-127"/>
              <a:ea typeface="나눔고딕" pitchFamily="2" charset="-127"/>
            </a:endParaRPr>
          </a:p>
        </p:txBody>
      </p:sp>
      <p:sp>
        <p:nvSpPr>
          <p:cNvPr id="9" name="텍스트 개체 틀 8">
            <a:extLst>
              <a:ext uri="{FF2B5EF4-FFF2-40B4-BE49-F238E27FC236}">
                <a16:creationId xmlns:a16="http://schemas.microsoft.com/office/drawing/2014/main" id="{AEEFBADD-75B9-4418-E177-1240795F837C}"/>
              </a:ext>
            </a:extLst>
          </p:cNvPr>
          <p:cNvSpPr>
            <a:spLocks noGrp="1"/>
          </p:cNvSpPr>
          <p:nvPr>
            <p:ph type="body" sz="quarter" idx="21"/>
          </p:nvPr>
        </p:nvSpPr>
        <p:spPr>
          <a:xfrm>
            <a:off x="8044544" y="1664441"/>
            <a:ext cx="3980220" cy="4509590"/>
          </a:xfrm>
        </p:spPr>
        <p:txBody>
          <a:bodyPr anchor="t"/>
          <a:lstStyle/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kumimoji="1" lang="ko-KR" altLang="en-US" sz="1200" dirty="0">
                <a:latin typeface="NanumGothic" panose="020D0604000000000000" pitchFamily="34" charset="-127"/>
                <a:ea typeface="NanumGothic" panose="020D0604000000000000" pitchFamily="34" charset="-127"/>
              </a:rPr>
              <a:t>브라우저 새 탭에서 아래 </a:t>
            </a:r>
            <a:r>
              <a:rPr kumimoji="1" lang="en-US" altLang="ko-KR" sz="1200" dirty="0">
                <a:latin typeface="NanumGothic" panose="020D0604000000000000" pitchFamily="34" charset="-127"/>
                <a:ea typeface="NanumGothic" panose="020D0604000000000000" pitchFamily="34" charset="-127"/>
              </a:rPr>
              <a:t>URL </a:t>
            </a:r>
            <a:r>
              <a:rPr kumimoji="1" lang="ko-KR" altLang="en-US" sz="1200" dirty="0">
                <a:latin typeface="NanumGothic" panose="020D0604000000000000" pitchFamily="34" charset="-127"/>
                <a:ea typeface="NanumGothic" panose="020D0604000000000000" pitchFamily="34" charset="-127"/>
              </a:rPr>
              <a:t>접속하여 내용 전체 복사 붙여넣기 이후 저장 버튼 클릭</a:t>
            </a:r>
            <a:endParaRPr kumimoji="1" lang="en-US" altLang="ko-KR" sz="1200" dirty="0">
              <a:latin typeface="NanumGothic" panose="020D0604000000000000" pitchFamily="34" charset="-127"/>
              <a:ea typeface="NanumGothic" panose="020D0604000000000000" pitchFamily="34" charset="-127"/>
            </a:endParaRPr>
          </a:p>
          <a:p>
            <a:pPr marL="742950" lvl="1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kumimoji="1" lang="en-US" altLang="ko-KR" sz="1100" dirty="0">
                <a:latin typeface="NanumGothic" panose="020D0604000000000000" pitchFamily="34" charset="-127"/>
                <a:ea typeface="NanumGothic" panose="020D0604000000000000" pitchFamily="34" charset="-127"/>
                <a:hlinkClick r:id="rId2"/>
              </a:rPr>
              <a:t>https://raw.githubusercontent.com/SumoLogic/sumologic-azure-function/master/BlockBlobReader/src/blobreaderdeploy.json</a:t>
            </a:r>
            <a:br>
              <a:rPr kumimoji="1" lang="en-US" altLang="ko-KR" sz="1100" dirty="0">
                <a:latin typeface="NanumGothic" panose="020D0604000000000000" pitchFamily="34" charset="-127"/>
                <a:ea typeface="NanumGothic" panose="020D0604000000000000" pitchFamily="34" charset="-127"/>
              </a:rPr>
            </a:br>
            <a:r>
              <a:rPr kumimoji="1" lang="en-US" altLang="ko-KR" sz="1100" dirty="0">
                <a:latin typeface="NanumGothic" panose="020D0604000000000000" pitchFamily="34" charset="-127"/>
                <a:ea typeface="NanumGothic" panose="020D0604000000000000" pitchFamily="34" charset="-127"/>
              </a:rPr>
              <a:t>Sumo Logic</a:t>
            </a:r>
            <a:r>
              <a:rPr kumimoji="1" lang="ko-KR" altLang="en-US" sz="1100" dirty="0">
                <a:latin typeface="NanumGothic" panose="020D0604000000000000" pitchFamily="34" charset="-127"/>
                <a:ea typeface="NanumGothic" panose="020D0604000000000000" pitchFamily="34" charset="-127"/>
              </a:rPr>
              <a:t>이 </a:t>
            </a:r>
            <a:r>
              <a:rPr kumimoji="1" lang="en-US" altLang="ko-KR" sz="1100" dirty="0">
                <a:latin typeface="NanumGothic" panose="020D0604000000000000" pitchFamily="34" charset="-127"/>
                <a:ea typeface="NanumGothic" panose="020D0604000000000000" pitchFamily="34" charset="-127"/>
              </a:rPr>
              <a:t>GitHub</a:t>
            </a:r>
            <a:r>
              <a:rPr kumimoji="1" lang="ko-KR" altLang="en-US" sz="1100" dirty="0">
                <a:latin typeface="NanumGothic" panose="020D0604000000000000" pitchFamily="34" charset="-127"/>
                <a:ea typeface="NanumGothic" panose="020D0604000000000000" pitchFamily="34" charset="-127"/>
              </a:rPr>
              <a:t>에 공개한 </a:t>
            </a:r>
            <a:r>
              <a:rPr kumimoji="1" lang="en-US" altLang="ko-KR" sz="1100" dirty="0">
                <a:latin typeface="NanumGothic" panose="020D0604000000000000" pitchFamily="34" charset="-127"/>
                <a:ea typeface="NanumGothic" panose="020D0604000000000000" pitchFamily="34" charset="-127"/>
              </a:rPr>
              <a:t>ARM </a:t>
            </a:r>
            <a:r>
              <a:rPr kumimoji="1" lang="ko-KR" altLang="en-US" sz="1100" dirty="0">
                <a:latin typeface="NanumGothic" panose="020D0604000000000000" pitchFamily="34" charset="-127"/>
                <a:ea typeface="NanumGothic" panose="020D0604000000000000" pitchFamily="34" charset="-127"/>
              </a:rPr>
              <a:t>템플릿 파일</a:t>
            </a:r>
            <a:endParaRPr kumimoji="1" lang="en-US" altLang="ko-KR" sz="1100" dirty="0">
              <a:latin typeface="NanumGothic" panose="020D0604000000000000" pitchFamily="34" charset="-127"/>
              <a:ea typeface="NanumGothic" panose="020D0604000000000000" pitchFamily="34" charset="-127"/>
            </a:endParaRP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kumimoji="1" lang="ko-KR" altLang="en-US" sz="1200" dirty="0">
                <a:latin typeface="NanumGothic" panose="020D0604000000000000" pitchFamily="34" charset="-127"/>
                <a:ea typeface="NanumGothic" panose="020D0604000000000000" pitchFamily="34" charset="-127"/>
              </a:rPr>
              <a:t>이 템플릿을 </a:t>
            </a:r>
            <a:r>
              <a:rPr kumimoji="1" lang="en-US" altLang="ko-KR" sz="1200" dirty="0">
                <a:latin typeface="NanumGothic" panose="020D0604000000000000" pitchFamily="34" charset="-127"/>
                <a:ea typeface="NanumGothic" panose="020D0604000000000000" pitchFamily="34" charset="-127"/>
              </a:rPr>
              <a:t>Azure</a:t>
            </a:r>
            <a:r>
              <a:rPr kumimoji="1" lang="ko-KR" altLang="en-US" sz="1200" dirty="0">
                <a:latin typeface="NanumGothic" panose="020D0604000000000000" pitchFamily="34" charset="-127"/>
                <a:ea typeface="NanumGothic" panose="020D0604000000000000" pitchFamily="34" charset="-127"/>
              </a:rPr>
              <a:t>에 배포하면 자동으로 아래 리소스 생성</a:t>
            </a:r>
            <a:endParaRPr kumimoji="1" lang="en-US" altLang="ko-KR" sz="1200" dirty="0">
              <a:latin typeface="NanumGothic" panose="020D0604000000000000" pitchFamily="34" charset="-127"/>
              <a:ea typeface="NanumGothic" panose="020D0604000000000000" pitchFamily="34" charset="-127"/>
            </a:endParaRPr>
          </a:p>
          <a:p>
            <a:pPr marL="742950" lvl="1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kumimoji="1" lang="en-US" altLang="ko-KR" sz="1050" dirty="0">
                <a:latin typeface="NanumGothic" panose="020D0604000000000000" pitchFamily="34" charset="-127"/>
                <a:ea typeface="NanumGothic" panose="020D0604000000000000" pitchFamily="34" charset="-127"/>
              </a:rPr>
              <a:t>Event Grid - Blob Storage</a:t>
            </a:r>
            <a:r>
              <a:rPr kumimoji="1" lang="ko-KR" altLang="en-US" sz="1050" dirty="0">
                <a:latin typeface="NanumGothic" panose="020D0604000000000000" pitchFamily="34" charset="-127"/>
                <a:ea typeface="NanumGothic" panose="020D0604000000000000" pitchFamily="34" charset="-127"/>
              </a:rPr>
              <a:t>에 파일 생성 시 이벤트 발생</a:t>
            </a:r>
            <a:endParaRPr kumimoji="1" lang="en-US" altLang="ko-KR" sz="1050" dirty="0">
              <a:latin typeface="NanumGothic" panose="020D0604000000000000" pitchFamily="34" charset="-127"/>
              <a:ea typeface="NanumGothic" panose="020D0604000000000000" pitchFamily="34" charset="-127"/>
            </a:endParaRPr>
          </a:p>
          <a:p>
            <a:pPr marL="742950" lvl="1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kumimoji="1" lang="en-US" altLang="ko-KR" sz="1050" dirty="0">
                <a:latin typeface="NanumGothic" panose="020D0604000000000000" pitchFamily="34" charset="-127"/>
                <a:ea typeface="NanumGothic" panose="020D0604000000000000" pitchFamily="34" charset="-127"/>
              </a:rPr>
              <a:t>Event Hub - </a:t>
            </a:r>
            <a:r>
              <a:rPr kumimoji="1" lang="ko-KR" altLang="en-US" sz="1050" dirty="0">
                <a:latin typeface="NanumGothic" panose="020D0604000000000000" pitchFamily="34" charset="-127"/>
                <a:ea typeface="NanumGothic" panose="020D0604000000000000" pitchFamily="34" charset="-127"/>
              </a:rPr>
              <a:t>이벤트 수신</a:t>
            </a:r>
            <a:endParaRPr kumimoji="1" lang="en-US" altLang="ko-KR" sz="1050" dirty="0">
              <a:latin typeface="NanumGothic" panose="020D0604000000000000" pitchFamily="34" charset="-127"/>
              <a:ea typeface="NanumGothic" panose="020D0604000000000000" pitchFamily="34" charset="-127"/>
            </a:endParaRPr>
          </a:p>
          <a:p>
            <a:pPr marL="742950" lvl="1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kumimoji="1" lang="en-US" altLang="ko-KR" sz="1050" dirty="0">
                <a:latin typeface="NanumGothic" panose="020D0604000000000000" pitchFamily="34" charset="-127"/>
                <a:ea typeface="NanumGothic" panose="020D0604000000000000" pitchFamily="34" charset="-127"/>
              </a:rPr>
              <a:t>Azure Function - Blob </a:t>
            </a:r>
            <a:r>
              <a:rPr kumimoji="1" lang="ko-KR" altLang="en-US" sz="1050" dirty="0">
                <a:latin typeface="NanumGothic" panose="020D0604000000000000" pitchFamily="34" charset="-127"/>
                <a:ea typeface="NanumGothic" panose="020D0604000000000000" pitchFamily="34" charset="-127"/>
              </a:rPr>
              <a:t>파일 읽어서 </a:t>
            </a:r>
            <a:r>
              <a:rPr kumimoji="1" lang="en-US" altLang="ko-KR" sz="1050" dirty="0">
                <a:latin typeface="NanumGothic" panose="020D0604000000000000" pitchFamily="34" charset="-127"/>
                <a:ea typeface="NanumGothic" panose="020D0604000000000000" pitchFamily="34" charset="-127"/>
              </a:rPr>
              <a:t>Sumo Logic</a:t>
            </a:r>
            <a:r>
              <a:rPr kumimoji="1" lang="ko-KR" altLang="en-US" sz="1050" dirty="0">
                <a:latin typeface="NanumGothic" panose="020D0604000000000000" pitchFamily="34" charset="-127"/>
                <a:ea typeface="NanumGothic" panose="020D0604000000000000" pitchFamily="34" charset="-127"/>
              </a:rPr>
              <a:t>으로 전송</a:t>
            </a:r>
            <a:endParaRPr kumimoji="1" lang="en-US" altLang="ko-KR" sz="1050" dirty="0">
              <a:latin typeface="NanumGothic" panose="020D0604000000000000" pitchFamily="34" charset="-127"/>
              <a:ea typeface="NanumGothic" panose="020D0604000000000000" pitchFamily="34" charset="-127"/>
            </a:endParaRPr>
          </a:p>
          <a:p>
            <a:pPr marL="742950" lvl="1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kumimoji="1" lang="en-US" altLang="ko-KR" sz="1050" dirty="0">
                <a:latin typeface="NanumGothic" panose="020D0604000000000000" pitchFamily="34" charset="-127"/>
                <a:ea typeface="NanumGothic" panose="020D0604000000000000" pitchFamily="34" charset="-127"/>
              </a:rPr>
              <a:t>Service Bus - </a:t>
            </a:r>
            <a:r>
              <a:rPr kumimoji="1" lang="ko-KR" altLang="en-US" sz="1050" dirty="0">
                <a:latin typeface="NanumGothic" panose="020D0604000000000000" pitchFamily="34" charset="-127"/>
                <a:ea typeface="NanumGothic" panose="020D0604000000000000" pitchFamily="34" charset="-127"/>
              </a:rPr>
              <a:t>작업 큐 관리</a:t>
            </a:r>
            <a:endParaRPr kumimoji="1" lang="en-US" altLang="ko-KR" sz="1050" dirty="0">
              <a:latin typeface="NanumGothic" panose="020D0604000000000000" pitchFamily="34" charset="-127"/>
              <a:ea typeface="NanumGothic" panose="020D0604000000000000" pitchFamily="34" charset="-127"/>
            </a:endParaRP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3FBF456-4535-73D0-7641-51AC8D07E698}"/>
              </a:ext>
            </a:extLst>
          </p:cNvPr>
          <p:cNvSpPr txBox="1">
            <a:spLocks/>
          </p:cNvSpPr>
          <p:nvPr/>
        </p:nvSpPr>
        <p:spPr>
          <a:xfrm>
            <a:off x="5883116" y="6424779"/>
            <a:ext cx="423452" cy="365343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ctr" defTabSz="457200" rtl="0" eaLnBrk="1" latinLnBrk="0" hangingPunct="1"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DBA1B0FB-D917-4C8C-928F-313BD683BF39}" type="slidenum">
              <a:rPr lang="en-US" smtClean="0">
                <a:solidFill>
                  <a:srgbClr val="173F69"/>
                </a:solidFill>
              </a:rPr>
              <a:pPr/>
              <a:t>10</a:t>
            </a:fld>
            <a:endParaRPr lang="en-US">
              <a:solidFill>
                <a:srgbClr val="173F69"/>
              </a:solidFill>
            </a:endParaRPr>
          </a:p>
        </p:txBody>
      </p:sp>
      <p:pic>
        <p:nvPicPr>
          <p:cNvPr id="4" name="그림 3">
            <a:extLst>
              <a:ext uri="{FF2B5EF4-FFF2-40B4-BE49-F238E27FC236}">
                <a16:creationId xmlns:a16="http://schemas.microsoft.com/office/drawing/2014/main" id="{9CB2236C-1BCE-8120-2A83-5B70C337D74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767993" y="1827284"/>
            <a:ext cx="4519406" cy="418390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06146543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DB65220-D9D7-F11F-E778-ECF22194D7D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D9D9CBE3-3A54-3712-200F-E9EB4E23C0BC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/>
        <p:txBody>
          <a:bodyPr/>
          <a:lstStyle/>
          <a:p>
            <a:r>
              <a:rPr kumimoji="1" lang="en-US" altLang="ko-KR" dirty="0">
                <a:latin typeface="나눔고딕" pitchFamily="2" charset="-127"/>
                <a:ea typeface="나눔고딕" pitchFamily="2" charset="-127"/>
              </a:rPr>
              <a:t>1. </a:t>
            </a:r>
            <a:r>
              <a:rPr kumimoji="1" lang="ko-KR" altLang="en-US" dirty="0">
                <a:latin typeface="나눔고딕" pitchFamily="2" charset="-127"/>
                <a:ea typeface="나눔고딕" pitchFamily="2" charset="-127"/>
              </a:rPr>
              <a:t>기본 암호화 </a:t>
            </a:r>
            <a:r>
              <a:rPr kumimoji="1" lang="en-US" altLang="ko-KR" dirty="0">
                <a:latin typeface="나눔고딕" pitchFamily="2" charset="-127"/>
                <a:ea typeface="나눔고딕" pitchFamily="2" charset="-127"/>
              </a:rPr>
              <a:t>(Microsoft </a:t>
            </a:r>
            <a:r>
              <a:rPr kumimoji="1" lang="ko-KR" altLang="en-US" dirty="0">
                <a:latin typeface="나눔고딕" pitchFamily="2" charset="-127"/>
                <a:ea typeface="나눔고딕" pitchFamily="2" charset="-127"/>
              </a:rPr>
              <a:t>관리 키</a:t>
            </a:r>
            <a:r>
              <a:rPr kumimoji="1" lang="en-US" altLang="ko-KR" dirty="0">
                <a:latin typeface="나눔고딕" pitchFamily="2" charset="-127"/>
                <a:ea typeface="나눔고딕" pitchFamily="2" charset="-127"/>
              </a:rPr>
              <a:t>)</a:t>
            </a:r>
            <a:endParaRPr kumimoji="1" lang="ko-KR" altLang="en-US" dirty="0">
              <a:latin typeface="나눔고딕" pitchFamily="2" charset="-127"/>
              <a:ea typeface="나눔고딕" pitchFamily="2" charset="-127"/>
            </a:endParaRPr>
          </a:p>
        </p:txBody>
      </p:sp>
      <p:sp>
        <p:nvSpPr>
          <p:cNvPr id="5" name="텍스트 개체 틀 4">
            <a:extLst>
              <a:ext uri="{FF2B5EF4-FFF2-40B4-BE49-F238E27FC236}">
                <a16:creationId xmlns:a16="http://schemas.microsoft.com/office/drawing/2014/main" id="{3E0A5608-D9D6-FCF4-3386-9F277751D96E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167237" y="757921"/>
            <a:ext cx="10592845" cy="350285"/>
          </a:xfrm>
        </p:spPr>
        <p:txBody>
          <a:bodyPr vert="horz" lIns="91440" tIns="45720" rIns="91440" bIns="45720" rtlCol="0" anchor="ctr">
            <a:noAutofit/>
          </a:bodyPr>
          <a:lstStyle/>
          <a:p>
            <a:r>
              <a:rPr lang="en-US" altLang="ko-KR" sz="1400" dirty="0">
                <a:solidFill>
                  <a:srgbClr val="1F3B63"/>
                </a:solidFill>
                <a:latin typeface="나눔고딕" pitchFamily="2" charset="-127"/>
                <a:ea typeface="나눔고딕" pitchFamily="2" charset="-127"/>
              </a:rPr>
              <a:t>1-2-3. </a:t>
            </a:r>
            <a:r>
              <a:rPr lang="ko-KR" altLang="en-US" sz="1400" dirty="0">
                <a:solidFill>
                  <a:srgbClr val="1F3B63"/>
                </a:solidFill>
                <a:latin typeface="나눔고딕" pitchFamily="2" charset="-127"/>
                <a:ea typeface="나눔고딕" pitchFamily="2" charset="-127"/>
              </a:rPr>
              <a:t>정보 입력</a:t>
            </a:r>
          </a:p>
        </p:txBody>
      </p:sp>
      <p:sp>
        <p:nvSpPr>
          <p:cNvPr id="7" name="텍스트 개체 틀 6">
            <a:extLst>
              <a:ext uri="{FF2B5EF4-FFF2-40B4-BE49-F238E27FC236}">
                <a16:creationId xmlns:a16="http://schemas.microsoft.com/office/drawing/2014/main" id="{1A184AEE-8214-6724-D7B6-F5E1DA088671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/>
        <p:txBody>
          <a:bodyPr/>
          <a:lstStyle/>
          <a:p>
            <a:r>
              <a:rPr kumimoji="1" lang="ko-KR" altLang="en-US" sz="1400" b="0">
                <a:latin typeface="나눔고딕" pitchFamily="2" charset="-127"/>
                <a:ea typeface="나눔고딕" pitchFamily="2" charset="-127"/>
              </a:rPr>
              <a:t>이미지</a:t>
            </a:r>
          </a:p>
        </p:txBody>
      </p:sp>
      <p:sp>
        <p:nvSpPr>
          <p:cNvPr id="8" name="텍스트 개체 틀 7">
            <a:extLst>
              <a:ext uri="{FF2B5EF4-FFF2-40B4-BE49-F238E27FC236}">
                <a16:creationId xmlns:a16="http://schemas.microsoft.com/office/drawing/2014/main" id="{7EFC1B32-8DA2-1D6E-D6D1-2437ECAEBC9F}"/>
              </a:ext>
            </a:extLst>
          </p:cNvPr>
          <p:cNvSpPr>
            <a:spLocks noGrp="1"/>
          </p:cNvSpPr>
          <p:nvPr>
            <p:ph type="body" sz="quarter" idx="20"/>
          </p:nvPr>
        </p:nvSpPr>
        <p:spPr/>
        <p:txBody>
          <a:bodyPr/>
          <a:lstStyle/>
          <a:p>
            <a:r>
              <a:rPr kumimoji="1" lang="ko-KR" altLang="en-US" sz="1400" b="0">
                <a:latin typeface="나눔고딕" pitchFamily="2" charset="-127"/>
                <a:ea typeface="나눔고딕" pitchFamily="2" charset="-127"/>
              </a:rPr>
              <a:t>설명</a:t>
            </a:r>
            <a:endParaRPr kumimoji="1" lang="en-US" altLang="ko-KR" sz="1400" b="0">
              <a:latin typeface="나눔고딕" pitchFamily="2" charset="-127"/>
              <a:ea typeface="나눔고딕" pitchFamily="2" charset="-127"/>
            </a:endParaRPr>
          </a:p>
        </p:txBody>
      </p:sp>
      <p:sp>
        <p:nvSpPr>
          <p:cNvPr id="9" name="텍스트 개체 틀 8">
            <a:extLst>
              <a:ext uri="{FF2B5EF4-FFF2-40B4-BE49-F238E27FC236}">
                <a16:creationId xmlns:a16="http://schemas.microsoft.com/office/drawing/2014/main" id="{D60773B9-3FCE-9393-F180-385B74F4BAC6}"/>
              </a:ext>
            </a:extLst>
          </p:cNvPr>
          <p:cNvSpPr>
            <a:spLocks noGrp="1"/>
          </p:cNvSpPr>
          <p:nvPr>
            <p:ph type="body" sz="quarter" idx="21"/>
          </p:nvPr>
        </p:nvSpPr>
        <p:spPr>
          <a:xfrm>
            <a:off x="8044544" y="1664441"/>
            <a:ext cx="3980220" cy="4509590"/>
          </a:xfrm>
        </p:spPr>
        <p:txBody>
          <a:bodyPr anchor="t"/>
          <a:lstStyle/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kumimoji="1" lang="ko-KR" altLang="en-US" sz="1200" dirty="0">
                <a:latin typeface="NanumGothic" panose="020D0604000000000000" pitchFamily="34" charset="-127"/>
                <a:ea typeface="NanumGothic" panose="020D0604000000000000" pitchFamily="34" charset="-127"/>
              </a:rPr>
              <a:t>리소스 그룹</a:t>
            </a:r>
            <a:r>
              <a:rPr kumimoji="1" lang="en-US" altLang="ko-KR" sz="1200" dirty="0">
                <a:latin typeface="NanumGothic" panose="020D0604000000000000" pitchFamily="34" charset="-127"/>
                <a:ea typeface="NanumGothic" panose="020D0604000000000000" pitchFamily="34" charset="-127"/>
              </a:rPr>
              <a:t>: sumo-blob-storage-int</a:t>
            </a: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kumimoji="1" lang="en-US" altLang="ko-KR" sz="1200" dirty="0">
                <a:latin typeface="NanumGothic" panose="020D0604000000000000" pitchFamily="34" charset="-127"/>
                <a:ea typeface="NanumGothic" panose="020D0604000000000000" pitchFamily="34" charset="-127"/>
              </a:rPr>
              <a:t>Sumo Endpoint URL: </a:t>
            </a:r>
            <a:r>
              <a:rPr kumimoji="1" lang="ko-KR" altLang="en-US" sz="1200" dirty="0">
                <a:latin typeface="NanumGothic" panose="020D0604000000000000" pitchFamily="34" charset="-127"/>
                <a:ea typeface="NanumGothic" panose="020D0604000000000000" pitchFamily="34" charset="-127"/>
              </a:rPr>
              <a:t>앞서 복사한 </a:t>
            </a:r>
            <a:r>
              <a:rPr kumimoji="1" lang="en-US" altLang="ko-KR" sz="1200" dirty="0">
                <a:latin typeface="NanumGothic" panose="020D0604000000000000" pitchFamily="34" charset="-127"/>
                <a:ea typeface="NanumGothic" panose="020D0604000000000000" pitchFamily="34" charset="-127"/>
              </a:rPr>
              <a:t>HTTP URL</a:t>
            </a: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kumimoji="1" lang="en-US" altLang="ko-KR" sz="1200" dirty="0">
                <a:latin typeface="NanumGothic" panose="020D0604000000000000" pitchFamily="34" charset="-127"/>
                <a:ea typeface="NanumGothic" panose="020D0604000000000000" pitchFamily="34" charset="-127"/>
              </a:rPr>
              <a:t>Storage</a:t>
            </a:r>
            <a:r>
              <a:rPr kumimoji="1" lang="ko-KR" altLang="en-US" sz="1200" dirty="0">
                <a:latin typeface="NanumGothic" panose="020D0604000000000000" pitchFamily="34" charset="-127"/>
                <a:ea typeface="NanumGothic" panose="020D0604000000000000" pitchFamily="34" charset="-127"/>
              </a:rPr>
              <a:t> </a:t>
            </a:r>
            <a:r>
              <a:rPr kumimoji="1" lang="en-US" altLang="ko-KR" sz="1200" dirty="0">
                <a:latin typeface="NanumGothic" panose="020D0604000000000000" pitchFamily="34" charset="-127"/>
                <a:ea typeface="NanumGothic" panose="020D0604000000000000" pitchFamily="34" charset="-127"/>
              </a:rPr>
              <a:t>Account</a:t>
            </a:r>
            <a:r>
              <a:rPr kumimoji="1" lang="ko-KR" altLang="en-US" sz="1200" dirty="0">
                <a:latin typeface="NanumGothic" panose="020D0604000000000000" pitchFamily="34" charset="-127"/>
                <a:ea typeface="NanumGothic" panose="020D0604000000000000" pitchFamily="34" charset="-127"/>
              </a:rPr>
              <a:t> </a:t>
            </a:r>
            <a:r>
              <a:rPr kumimoji="1" lang="en-US" altLang="ko-KR" sz="1200" dirty="0">
                <a:latin typeface="NanumGothic" panose="020D0604000000000000" pitchFamily="34" charset="-127"/>
                <a:ea typeface="NanumGothic" panose="020D0604000000000000" pitchFamily="34" charset="-127"/>
              </a:rPr>
              <a:t>Name: </a:t>
            </a:r>
            <a:r>
              <a:rPr kumimoji="1" lang="en-US" altLang="ko-KR" sz="1200" dirty="0" err="1">
                <a:latin typeface="NanumGothic" panose="020D0604000000000000" pitchFamily="34" charset="-127"/>
                <a:ea typeface="NanumGothic" panose="020D0604000000000000" pitchFamily="34" charset="-127"/>
              </a:rPr>
              <a:t>sumoblobstorageint</a:t>
            </a:r>
            <a:endParaRPr kumimoji="1" lang="en-US" altLang="ko-KR" sz="1200" dirty="0">
              <a:latin typeface="NanumGothic" panose="020D0604000000000000" pitchFamily="34" charset="-127"/>
              <a:ea typeface="NanumGothic" panose="020D0604000000000000" pitchFamily="34" charset="-127"/>
            </a:endParaRP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kumimoji="1" lang="en-US" altLang="ko-KR" sz="1200" dirty="0">
                <a:latin typeface="NanumGothic" panose="020D0604000000000000" pitchFamily="34" charset="-127"/>
                <a:ea typeface="NanumGothic" panose="020D0604000000000000" pitchFamily="34" charset="-127"/>
              </a:rPr>
              <a:t>Storage Account Resource Group Name: sumo-blob-storage-int</a:t>
            </a: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kumimoji="1" lang="en-US" altLang="ko-KR" sz="1200" dirty="0">
                <a:latin typeface="NanumGothic" panose="020D0604000000000000" pitchFamily="34" charset="-127"/>
                <a:ea typeface="NanumGothic" panose="020D0604000000000000" pitchFamily="34" charset="-127"/>
              </a:rPr>
              <a:t>Storage Account Region: Korea Central</a:t>
            </a: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kumimoji="1" lang="ko-KR" altLang="en-US" sz="1200" dirty="0">
                <a:latin typeface="NanumGothic" panose="020D0604000000000000" pitchFamily="34" charset="-127"/>
                <a:ea typeface="NanumGothic" panose="020D0604000000000000" pitchFamily="34" charset="-127"/>
              </a:rPr>
              <a:t>‘검토 </a:t>
            </a:r>
            <a:r>
              <a:rPr kumimoji="1" lang="en-US" altLang="ko-KR" sz="1200" dirty="0">
                <a:latin typeface="NanumGothic" panose="020D0604000000000000" pitchFamily="34" charset="-127"/>
                <a:ea typeface="NanumGothic" panose="020D0604000000000000" pitchFamily="34" charset="-127"/>
              </a:rPr>
              <a:t>+ </a:t>
            </a:r>
            <a:r>
              <a:rPr kumimoji="1" lang="ko-KR" altLang="en-US" sz="1200" dirty="0">
                <a:latin typeface="NanumGothic" panose="020D0604000000000000" pitchFamily="34" charset="-127"/>
                <a:ea typeface="NanumGothic" panose="020D0604000000000000" pitchFamily="34" charset="-127"/>
              </a:rPr>
              <a:t>만들기‘ 클릭</a:t>
            </a: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kumimoji="1" lang="ko-KR" altLang="en-US" sz="1200" dirty="0">
                <a:latin typeface="NanumGothic" panose="020D0604000000000000" pitchFamily="34" charset="-127"/>
                <a:ea typeface="NanumGothic" panose="020D0604000000000000" pitchFamily="34" charset="-127"/>
              </a:rPr>
              <a:t>검토 완료되면 ‘만들기’ 클릭</a:t>
            </a: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endParaRPr kumimoji="1" lang="en-US" altLang="ko-KR" sz="1200" dirty="0">
              <a:latin typeface="NanumGothic" panose="020D0604000000000000" pitchFamily="34" charset="-127"/>
              <a:ea typeface="NanumGothic" panose="020D0604000000000000" pitchFamily="34" charset="-127"/>
            </a:endParaRP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F7A8BC2-D564-3B50-FF70-FAC2F386CB4E}"/>
              </a:ext>
            </a:extLst>
          </p:cNvPr>
          <p:cNvSpPr txBox="1">
            <a:spLocks/>
          </p:cNvSpPr>
          <p:nvPr/>
        </p:nvSpPr>
        <p:spPr>
          <a:xfrm>
            <a:off x="5883116" y="6424779"/>
            <a:ext cx="423452" cy="365343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ctr" defTabSz="457200" rtl="0" eaLnBrk="1" latinLnBrk="0" hangingPunct="1"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DBA1B0FB-D917-4C8C-928F-313BD683BF39}" type="slidenum">
              <a:rPr lang="en-US" smtClean="0">
                <a:solidFill>
                  <a:srgbClr val="173F69"/>
                </a:solidFill>
              </a:rPr>
              <a:pPr/>
              <a:t>11</a:t>
            </a:fld>
            <a:endParaRPr lang="en-US">
              <a:solidFill>
                <a:srgbClr val="173F69"/>
              </a:solidFill>
            </a:endParaRPr>
          </a:p>
        </p:txBody>
      </p:sp>
      <p:pic>
        <p:nvPicPr>
          <p:cNvPr id="4" name="그림 3">
            <a:extLst>
              <a:ext uri="{FF2B5EF4-FFF2-40B4-BE49-F238E27FC236}">
                <a16:creationId xmlns:a16="http://schemas.microsoft.com/office/drawing/2014/main" id="{58D0D5EE-D3A2-CDA0-B3F2-FC223BA1299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79323" y="2061602"/>
            <a:ext cx="5696745" cy="371526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09221193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A49B1AF-4219-3A71-5BE1-B417CE44ABA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80716D7A-228F-46EA-881F-109242C1AF8B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/>
        <p:txBody>
          <a:bodyPr/>
          <a:lstStyle/>
          <a:p>
            <a:r>
              <a:rPr kumimoji="1" lang="en-US" altLang="ko-KR" dirty="0">
                <a:latin typeface="나눔고딕" pitchFamily="2" charset="-127"/>
                <a:ea typeface="나눔고딕" pitchFamily="2" charset="-127"/>
              </a:rPr>
              <a:t>1. </a:t>
            </a:r>
            <a:r>
              <a:rPr kumimoji="1" lang="ko-KR" altLang="en-US" dirty="0">
                <a:latin typeface="나눔고딕" pitchFamily="2" charset="-127"/>
                <a:ea typeface="나눔고딕" pitchFamily="2" charset="-127"/>
              </a:rPr>
              <a:t>기본 암호화 </a:t>
            </a:r>
            <a:r>
              <a:rPr kumimoji="1" lang="en-US" altLang="ko-KR" dirty="0">
                <a:latin typeface="나눔고딕" pitchFamily="2" charset="-127"/>
                <a:ea typeface="나눔고딕" pitchFamily="2" charset="-127"/>
              </a:rPr>
              <a:t>(Microsoft </a:t>
            </a:r>
            <a:r>
              <a:rPr kumimoji="1" lang="ko-KR" altLang="en-US" dirty="0">
                <a:latin typeface="나눔고딕" pitchFamily="2" charset="-127"/>
                <a:ea typeface="나눔고딕" pitchFamily="2" charset="-127"/>
              </a:rPr>
              <a:t>관리 키</a:t>
            </a:r>
            <a:r>
              <a:rPr kumimoji="1" lang="en-US" altLang="ko-KR" dirty="0">
                <a:latin typeface="나눔고딕" pitchFamily="2" charset="-127"/>
                <a:ea typeface="나눔고딕" pitchFamily="2" charset="-127"/>
              </a:rPr>
              <a:t>)</a:t>
            </a:r>
            <a:endParaRPr kumimoji="1" lang="ko-KR" altLang="en-US" dirty="0">
              <a:latin typeface="나눔고딕" pitchFamily="2" charset="-127"/>
              <a:ea typeface="나눔고딕" pitchFamily="2" charset="-127"/>
            </a:endParaRPr>
          </a:p>
        </p:txBody>
      </p:sp>
      <p:sp>
        <p:nvSpPr>
          <p:cNvPr id="5" name="텍스트 개체 틀 4">
            <a:extLst>
              <a:ext uri="{FF2B5EF4-FFF2-40B4-BE49-F238E27FC236}">
                <a16:creationId xmlns:a16="http://schemas.microsoft.com/office/drawing/2014/main" id="{1F0368F7-93DF-36F9-748F-1A1233209412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167237" y="757921"/>
            <a:ext cx="10592845" cy="350285"/>
          </a:xfrm>
        </p:spPr>
        <p:txBody>
          <a:bodyPr vert="horz" lIns="91440" tIns="45720" rIns="91440" bIns="45720" rtlCol="0" anchor="ctr">
            <a:noAutofit/>
          </a:bodyPr>
          <a:lstStyle/>
          <a:p>
            <a:r>
              <a:rPr lang="en-US" altLang="ko-KR" sz="1400" dirty="0">
                <a:solidFill>
                  <a:srgbClr val="1F3B63"/>
                </a:solidFill>
                <a:latin typeface="나눔고딕" pitchFamily="2" charset="-127"/>
                <a:ea typeface="나눔고딕" pitchFamily="2" charset="-127"/>
              </a:rPr>
              <a:t>1-3-1. Azure Portal → Storage Account IAM</a:t>
            </a:r>
            <a:r>
              <a:rPr lang="ko-KR" altLang="en-US" sz="1400" dirty="0">
                <a:solidFill>
                  <a:srgbClr val="1F3B63"/>
                </a:solidFill>
                <a:latin typeface="나눔고딕" pitchFamily="2" charset="-127"/>
                <a:ea typeface="나눔고딕" pitchFamily="2" charset="-127"/>
              </a:rPr>
              <a:t> 권한 부여</a:t>
            </a:r>
          </a:p>
        </p:txBody>
      </p:sp>
      <p:sp>
        <p:nvSpPr>
          <p:cNvPr id="7" name="텍스트 개체 틀 6">
            <a:extLst>
              <a:ext uri="{FF2B5EF4-FFF2-40B4-BE49-F238E27FC236}">
                <a16:creationId xmlns:a16="http://schemas.microsoft.com/office/drawing/2014/main" id="{29C3F604-BD1E-1596-5D59-477CB0A19C15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/>
        <p:txBody>
          <a:bodyPr/>
          <a:lstStyle/>
          <a:p>
            <a:r>
              <a:rPr kumimoji="1" lang="ko-KR" altLang="en-US" sz="1400" b="0">
                <a:latin typeface="나눔고딕" pitchFamily="2" charset="-127"/>
                <a:ea typeface="나눔고딕" pitchFamily="2" charset="-127"/>
              </a:rPr>
              <a:t>이미지</a:t>
            </a:r>
          </a:p>
        </p:txBody>
      </p:sp>
      <p:sp>
        <p:nvSpPr>
          <p:cNvPr id="8" name="텍스트 개체 틀 7">
            <a:extLst>
              <a:ext uri="{FF2B5EF4-FFF2-40B4-BE49-F238E27FC236}">
                <a16:creationId xmlns:a16="http://schemas.microsoft.com/office/drawing/2014/main" id="{40BAA922-0770-9DC5-B23B-703CFE6902FA}"/>
              </a:ext>
            </a:extLst>
          </p:cNvPr>
          <p:cNvSpPr>
            <a:spLocks noGrp="1"/>
          </p:cNvSpPr>
          <p:nvPr>
            <p:ph type="body" sz="quarter" idx="20"/>
          </p:nvPr>
        </p:nvSpPr>
        <p:spPr/>
        <p:txBody>
          <a:bodyPr/>
          <a:lstStyle/>
          <a:p>
            <a:r>
              <a:rPr kumimoji="1" lang="ko-KR" altLang="en-US" sz="1400" b="0">
                <a:latin typeface="나눔고딕" pitchFamily="2" charset="-127"/>
                <a:ea typeface="나눔고딕" pitchFamily="2" charset="-127"/>
              </a:rPr>
              <a:t>설명</a:t>
            </a:r>
            <a:endParaRPr kumimoji="1" lang="en-US" altLang="ko-KR" sz="1400" b="0">
              <a:latin typeface="나눔고딕" pitchFamily="2" charset="-127"/>
              <a:ea typeface="나눔고딕" pitchFamily="2" charset="-127"/>
            </a:endParaRPr>
          </a:p>
        </p:txBody>
      </p:sp>
      <p:sp>
        <p:nvSpPr>
          <p:cNvPr id="9" name="텍스트 개체 틀 8">
            <a:extLst>
              <a:ext uri="{FF2B5EF4-FFF2-40B4-BE49-F238E27FC236}">
                <a16:creationId xmlns:a16="http://schemas.microsoft.com/office/drawing/2014/main" id="{FBDDB582-CC35-2BF6-E628-A5437DA37E20}"/>
              </a:ext>
            </a:extLst>
          </p:cNvPr>
          <p:cNvSpPr>
            <a:spLocks noGrp="1"/>
          </p:cNvSpPr>
          <p:nvPr>
            <p:ph type="body" sz="quarter" idx="21"/>
          </p:nvPr>
        </p:nvSpPr>
        <p:spPr>
          <a:xfrm>
            <a:off x="8044544" y="1664441"/>
            <a:ext cx="3980220" cy="4509590"/>
          </a:xfrm>
        </p:spPr>
        <p:txBody>
          <a:bodyPr anchor="t"/>
          <a:lstStyle/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kumimoji="1" lang="ko-KR" altLang="en-US" sz="1200" dirty="0">
                <a:latin typeface="NanumGothic" panose="020D0604000000000000" pitchFamily="34" charset="-127"/>
                <a:ea typeface="NanumGothic" panose="020D0604000000000000" pitchFamily="34" charset="-127"/>
              </a:rPr>
              <a:t>스토리지 계정 접속 </a:t>
            </a:r>
            <a:r>
              <a:rPr kumimoji="1" lang="en-US" altLang="ko-KR" sz="1200" dirty="0">
                <a:latin typeface="NanumGothic" panose="020D0604000000000000" pitchFamily="34" charset="-127"/>
                <a:ea typeface="NanumGothic" panose="020D0604000000000000" pitchFamily="34" charset="-127"/>
              </a:rPr>
              <a:t>&gt; </a:t>
            </a:r>
            <a:r>
              <a:rPr kumimoji="1" lang="ko-KR" altLang="en-US" sz="1200" dirty="0">
                <a:latin typeface="NanumGothic" panose="020D0604000000000000" pitchFamily="34" charset="-127"/>
                <a:ea typeface="NanumGothic" panose="020D0604000000000000" pitchFamily="34" charset="-127"/>
              </a:rPr>
              <a:t>액세스 제어</a:t>
            </a:r>
            <a:r>
              <a:rPr kumimoji="1" lang="en-US" altLang="ko-KR" sz="1200" dirty="0">
                <a:latin typeface="NanumGothic" panose="020D0604000000000000" pitchFamily="34" charset="-127"/>
                <a:ea typeface="NanumGothic" panose="020D0604000000000000" pitchFamily="34" charset="-127"/>
              </a:rPr>
              <a:t>(IAM)</a:t>
            </a: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kumimoji="1" lang="ko-KR" altLang="en-US" sz="1200" dirty="0">
                <a:latin typeface="NanumGothic" panose="020D0604000000000000" pitchFamily="34" charset="-127"/>
                <a:ea typeface="NanumGothic" panose="020D0604000000000000" pitchFamily="34" charset="-127"/>
              </a:rPr>
              <a:t>추가 </a:t>
            </a:r>
            <a:r>
              <a:rPr kumimoji="1" lang="en-US" altLang="ko-KR" sz="1200" dirty="0">
                <a:latin typeface="NanumGothic" panose="020D0604000000000000" pitchFamily="34" charset="-127"/>
                <a:ea typeface="NanumGothic" panose="020D0604000000000000" pitchFamily="34" charset="-127"/>
              </a:rPr>
              <a:t>&gt; </a:t>
            </a:r>
            <a:r>
              <a:rPr kumimoji="1" lang="ko-KR" altLang="en-US" sz="1200" dirty="0">
                <a:latin typeface="NanumGothic" panose="020D0604000000000000" pitchFamily="34" charset="-127"/>
                <a:ea typeface="NanumGothic" panose="020D0604000000000000" pitchFamily="34" charset="-127"/>
              </a:rPr>
              <a:t>역할 할당 추가 클릭</a:t>
            </a:r>
            <a:endParaRPr kumimoji="1" lang="en-US" altLang="ko-KR" sz="1200" dirty="0">
              <a:latin typeface="NanumGothic" panose="020D0604000000000000" pitchFamily="34" charset="-127"/>
              <a:ea typeface="NanumGothic" panose="020D0604000000000000" pitchFamily="34" charset="-127"/>
            </a:endParaRP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5036350-9CF8-A556-F34B-3266E5380FD0}"/>
              </a:ext>
            </a:extLst>
          </p:cNvPr>
          <p:cNvSpPr txBox="1">
            <a:spLocks/>
          </p:cNvSpPr>
          <p:nvPr/>
        </p:nvSpPr>
        <p:spPr>
          <a:xfrm>
            <a:off x="5883116" y="6424779"/>
            <a:ext cx="423452" cy="365343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ctr" defTabSz="457200" rtl="0" eaLnBrk="1" latinLnBrk="0" hangingPunct="1"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DBA1B0FB-D917-4C8C-928F-313BD683BF39}" type="slidenum">
              <a:rPr lang="en-US" smtClean="0">
                <a:solidFill>
                  <a:srgbClr val="173F69"/>
                </a:solidFill>
              </a:rPr>
              <a:pPr/>
              <a:t>12</a:t>
            </a:fld>
            <a:endParaRPr lang="en-US">
              <a:solidFill>
                <a:srgbClr val="173F69"/>
              </a:solidFill>
            </a:endParaRPr>
          </a:p>
        </p:txBody>
      </p:sp>
      <p:pic>
        <p:nvPicPr>
          <p:cNvPr id="10" name="그림 9">
            <a:extLst>
              <a:ext uri="{FF2B5EF4-FFF2-40B4-BE49-F238E27FC236}">
                <a16:creationId xmlns:a16="http://schemas.microsoft.com/office/drawing/2014/main" id="{83174AFB-0110-BADE-249F-3EA340B78A6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46008" y="1761522"/>
            <a:ext cx="5563376" cy="431542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86986531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ED351C1-42C3-3858-E509-41077CEC0CC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8B8C9B8C-FCA8-99F0-6967-31AC6049FB6F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/>
        <p:txBody>
          <a:bodyPr/>
          <a:lstStyle/>
          <a:p>
            <a:r>
              <a:rPr kumimoji="1" lang="en-US" altLang="ko-KR" dirty="0">
                <a:latin typeface="나눔고딕" pitchFamily="2" charset="-127"/>
                <a:ea typeface="나눔고딕" pitchFamily="2" charset="-127"/>
              </a:rPr>
              <a:t>1. </a:t>
            </a:r>
            <a:r>
              <a:rPr kumimoji="1" lang="ko-KR" altLang="en-US" dirty="0">
                <a:latin typeface="나눔고딕" pitchFamily="2" charset="-127"/>
                <a:ea typeface="나눔고딕" pitchFamily="2" charset="-127"/>
              </a:rPr>
              <a:t>기본 암호화 </a:t>
            </a:r>
            <a:r>
              <a:rPr kumimoji="1" lang="en-US" altLang="ko-KR" dirty="0">
                <a:latin typeface="나눔고딕" pitchFamily="2" charset="-127"/>
                <a:ea typeface="나눔고딕" pitchFamily="2" charset="-127"/>
              </a:rPr>
              <a:t>(Microsoft </a:t>
            </a:r>
            <a:r>
              <a:rPr kumimoji="1" lang="ko-KR" altLang="en-US" dirty="0">
                <a:latin typeface="나눔고딕" pitchFamily="2" charset="-127"/>
                <a:ea typeface="나눔고딕" pitchFamily="2" charset="-127"/>
              </a:rPr>
              <a:t>관리 키</a:t>
            </a:r>
            <a:r>
              <a:rPr kumimoji="1" lang="en-US" altLang="ko-KR" dirty="0">
                <a:latin typeface="나눔고딕" pitchFamily="2" charset="-127"/>
                <a:ea typeface="나눔고딕" pitchFamily="2" charset="-127"/>
              </a:rPr>
              <a:t>)</a:t>
            </a:r>
            <a:endParaRPr kumimoji="1" lang="ko-KR" altLang="en-US" dirty="0">
              <a:latin typeface="나눔고딕" pitchFamily="2" charset="-127"/>
              <a:ea typeface="나눔고딕" pitchFamily="2" charset="-127"/>
            </a:endParaRPr>
          </a:p>
        </p:txBody>
      </p:sp>
      <p:sp>
        <p:nvSpPr>
          <p:cNvPr id="5" name="텍스트 개체 틀 4">
            <a:extLst>
              <a:ext uri="{FF2B5EF4-FFF2-40B4-BE49-F238E27FC236}">
                <a16:creationId xmlns:a16="http://schemas.microsoft.com/office/drawing/2014/main" id="{E4555658-0ED6-2FF1-EB7E-E87C72E6C9E7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167237" y="757921"/>
            <a:ext cx="10592845" cy="350285"/>
          </a:xfrm>
        </p:spPr>
        <p:txBody>
          <a:bodyPr vert="horz" lIns="91440" tIns="45720" rIns="91440" bIns="45720" rtlCol="0" anchor="ctr">
            <a:noAutofit/>
          </a:bodyPr>
          <a:lstStyle/>
          <a:p>
            <a:r>
              <a:rPr lang="en-US" altLang="ko-KR" sz="1400" dirty="0">
                <a:solidFill>
                  <a:srgbClr val="1F3B63"/>
                </a:solidFill>
                <a:latin typeface="나눔고딕" pitchFamily="2" charset="-127"/>
                <a:ea typeface="나눔고딕" pitchFamily="2" charset="-127"/>
              </a:rPr>
              <a:t>1-3-2. </a:t>
            </a:r>
            <a:r>
              <a:rPr lang="ko-KR" altLang="en-US" sz="1400" dirty="0">
                <a:solidFill>
                  <a:srgbClr val="1F3B63"/>
                </a:solidFill>
                <a:latin typeface="나눔고딕" pitchFamily="2" charset="-127"/>
                <a:ea typeface="나눔고딕" pitchFamily="2" charset="-127"/>
              </a:rPr>
              <a:t>스토리지 계정 키 운영자 서비스 역할 할당 추가</a:t>
            </a:r>
          </a:p>
        </p:txBody>
      </p:sp>
      <p:sp>
        <p:nvSpPr>
          <p:cNvPr id="7" name="텍스트 개체 틀 6">
            <a:extLst>
              <a:ext uri="{FF2B5EF4-FFF2-40B4-BE49-F238E27FC236}">
                <a16:creationId xmlns:a16="http://schemas.microsoft.com/office/drawing/2014/main" id="{2D316358-AF4A-67DF-27BB-C9ECB912F829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/>
        <p:txBody>
          <a:bodyPr/>
          <a:lstStyle/>
          <a:p>
            <a:r>
              <a:rPr kumimoji="1" lang="ko-KR" altLang="en-US" sz="1400" b="0">
                <a:latin typeface="나눔고딕" pitchFamily="2" charset="-127"/>
                <a:ea typeface="나눔고딕" pitchFamily="2" charset="-127"/>
              </a:rPr>
              <a:t>이미지</a:t>
            </a:r>
          </a:p>
        </p:txBody>
      </p:sp>
      <p:sp>
        <p:nvSpPr>
          <p:cNvPr id="8" name="텍스트 개체 틀 7">
            <a:extLst>
              <a:ext uri="{FF2B5EF4-FFF2-40B4-BE49-F238E27FC236}">
                <a16:creationId xmlns:a16="http://schemas.microsoft.com/office/drawing/2014/main" id="{54A46AE7-A01F-CF89-F9A4-6023C22D368A}"/>
              </a:ext>
            </a:extLst>
          </p:cNvPr>
          <p:cNvSpPr>
            <a:spLocks noGrp="1"/>
          </p:cNvSpPr>
          <p:nvPr>
            <p:ph type="body" sz="quarter" idx="20"/>
          </p:nvPr>
        </p:nvSpPr>
        <p:spPr/>
        <p:txBody>
          <a:bodyPr/>
          <a:lstStyle/>
          <a:p>
            <a:r>
              <a:rPr kumimoji="1" lang="ko-KR" altLang="en-US" sz="1400" b="0">
                <a:latin typeface="나눔고딕" pitchFamily="2" charset="-127"/>
                <a:ea typeface="나눔고딕" pitchFamily="2" charset="-127"/>
              </a:rPr>
              <a:t>설명</a:t>
            </a:r>
            <a:endParaRPr kumimoji="1" lang="en-US" altLang="ko-KR" sz="1400" b="0">
              <a:latin typeface="나눔고딕" pitchFamily="2" charset="-127"/>
              <a:ea typeface="나눔고딕" pitchFamily="2" charset="-127"/>
            </a:endParaRPr>
          </a:p>
        </p:txBody>
      </p:sp>
      <p:sp>
        <p:nvSpPr>
          <p:cNvPr id="9" name="텍스트 개체 틀 8">
            <a:extLst>
              <a:ext uri="{FF2B5EF4-FFF2-40B4-BE49-F238E27FC236}">
                <a16:creationId xmlns:a16="http://schemas.microsoft.com/office/drawing/2014/main" id="{EAC89176-1E8A-EC16-526D-F3F80195CFE8}"/>
              </a:ext>
            </a:extLst>
          </p:cNvPr>
          <p:cNvSpPr>
            <a:spLocks noGrp="1"/>
          </p:cNvSpPr>
          <p:nvPr>
            <p:ph type="body" sz="quarter" idx="21"/>
          </p:nvPr>
        </p:nvSpPr>
        <p:spPr>
          <a:xfrm>
            <a:off x="8044544" y="1664441"/>
            <a:ext cx="3980220" cy="4509590"/>
          </a:xfrm>
        </p:spPr>
        <p:txBody>
          <a:bodyPr anchor="t"/>
          <a:lstStyle/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kumimoji="1" lang="ko-KR" altLang="en-US" sz="1200" dirty="0">
                <a:latin typeface="NanumGothic" panose="020D0604000000000000" pitchFamily="34" charset="-127"/>
                <a:ea typeface="NanumGothic" panose="020D0604000000000000" pitchFamily="34" charset="-127"/>
              </a:rPr>
              <a:t>스토리지 계정 키 운영자 서비스 역할</a:t>
            </a:r>
            <a:r>
              <a:rPr kumimoji="1" lang="en-US" altLang="ko-KR" sz="1200" dirty="0">
                <a:latin typeface="NanumGothic" panose="020D0604000000000000" pitchFamily="34" charset="-127"/>
                <a:ea typeface="NanumGothic" panose="020D0604000000000000" pitchFamily="34" charset="-127"/>
              </a:rPr>
              <a:t>(Storage Account Key Operator Service Role) </a:t>
            </a:r>
            <a:r>
              <a:rPr kumimoji="1" lang="ko-KR" altLang="en-US" sz="1200" dirty="0">
                <a:latin typeface="NanumGothic" panose="020D0604000000000000" pitchFamily="34" charset="-127"/>
                <a:ea typeface="NanumGothic" panose="020D0604000000000000" pitchFamily="34" charset="-127"/>
              </a:rPr>
              <a:t>선택</a:t>
            </a:r>
            <a:r>
              <a:rPr kumimoji="1" lang="en-US" altLang="ko-KR" sz="1200" dirty="0">
                <a:latin typeface="NanumGothic" panose="020D0604000000000000" pitchFamily="34" charset="-127"/>
                <a:ea typeface="NanumGothic" panose="020D0604000000000000" pitchFamily="34" charset="-127"/>
              </a:rPr>
              <a:t> </a:t>
            </a:r>
            <a:r>
              <a:rPr kumimoji="1" lang="ko-KR" altLang="en-US" sz="1200" dirty="0">
                <a:latin typeface="NanumGothic" panose="020D0604000000000000" pitchFamily="34" charset="-127"/>
                <a:ea typeface="NanumGothic" panose="020D0604000000000000" pitchFamily="34" charset="-127"/>
              </a:rPr>
              <a:t>후 </a:t>
            </a:r>
            <a:r>
              <a:rPr kumimoji="1" lang="en-US" altLang="ko-KR" sz="1200" dirty="0">
                <a:latin typeface="NanumGothic" panose="020D0604000000000000" pitchFamily="34" charset="-127"/>
                <a:ea typeface="NanumGothic" panose="020D0604000000000000" pitchFamily="34" charset="-127"/>
              </a:rPr>
              <a:t>‘</a:t>
            </a:r>
            <a:r>
              <a:rPr kumimoji="1" lang="ko-KR" altLang="en-US" sz="1200" dirty="0">
                <a:latin typeface="NanumGothic" panose="020D0604000000000000" pitchFamily="34" charset="-127"/>
                <a:ea typeface="NanumGothic" panose="020D0604000000000000" pitchFamily="34" charset="-127"/>
              </a:rPr>
              <a:t>다음</a:t>
            </a:r>
            <a:r>
              <a:rPr kumimoji="1" lang="en-US" altLang="ko-KR" sz="1200" dirty="0">
                <a:latin typeface="NanumGothic" panose="020D0604000000000000" pitchFamily="34" charset="-127"/>
                <a:ea typeface="NanumGothic" panose="020D0604000000000000" pitchFamily="34" charset="-127"/>
              </a:rPr>
              <a:t>‘ </a:t>
            </a:r>
            <a:r>
              <a:rPr kumimoji="1" lang="ko-KR" altLang="en-US" sz="1200" dirty="0">
                <a:latin typeface="NanumGothic" panose="020D0604000000000000" pitchFamily="34" charset="-127"/>
                <a:ea typeface="NanumGothic" panose="020D0604000000000000" pitchFamily="34" charset="-127"/>
              </a:rPr>
              <a:t>버튼 클릭</a:t>
            </a:r>
            <a:endParaRPr kumimoji="1" lang="en-US" altLang="ko-KR" sz="1200" dirty="0">
              <a:latin typeface="NanumGothic" panose="020D0604000000000000" pitchFamily="34" charset="-127"/>
              <a:ea typeface="NanumGothic" panose="020D0604000000000000" pitchFamily="34" charset="-127"/>
            </a:endParaRP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ED29FE6-D29F-0F74-DE54-8C8D26495608}"/>
              </a:ext>
            </a:extLst>
          </p:cNvPr>
          <p:cNvSpPr txBox="1">
            <a:spLocks/>
          </p:cNvSpPr>
          <p:nvPr/>
        </p:nvSpPr>
        <p:spPr>
          <a:xfrm>
            <a:off x="5883116" y="6424779"/>
            <a:ext cx="423452" cy="365343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ctr" defTabSz="457200" rtl="0" eaLnBrk="1" latinLnBrk="0" hangingPunct="1"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DBA1B0FB-D917-4C8C-928F-313BD683BF39}" type="slidenum">
              <a:rPr lang="en-US" smtClean="0">
                <a:solidFill>
                  <a:srgbClr val="173F69"/>
                </a:solidFill>
              </a:rPr>
              <a:pPr/>
              <a:t>13</a:t>
            </a:fld>
            <a:endParaRPr lang="en-US">
              <a:solidFill>
                <a:srgbClr val="173F69"/>
              </a:solidFill>
            </a:endParaRPr>
          </a:p>
        </p:txBody>
      </p:sp>
      <p:pic>
        <p:nvPicPr>
          <p:cNvPr id="11" name="그림 10">
            <a:extLst>
              <a:ext uri="{FF2B5EF4-FFF2-40B4-BE49-F238E27FC236}">
                <a16:creationId xmlns:a16="http://schemas.microsoft.com/office/drawing/2014/main" id="{194456FF-76A2-9C7C-B280-10499FAAC65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814758" y="1794326"/>
            <a:ext cx="4425875" cy="424981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70596162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82F89F1-A97B-FA93-64AB-6DC18E56F23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FC48B1D9-FB77-C367-B274-7EFFCC47AFD9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/>
        <p:txBody>
          <a:bodyPr/>
          <a:lstStyle/>
          <a:p>
            <a:r>
              <a:rPr kumimoji="1" lang="en-US" altLang="ko-KR" dirty="0">
                <a:latin typeface="나눔고딕" pitchFamily="2" charset="-127"/>
                <a:ea typeface="나눔고딕" pitchFamily="2" charset="-127"/>
              </a:rPr>
              <a:t>1. </a:t>
            </a:r>
            <a:r>
              <a:rPr kumimoji="1" lang="ko-KR" altLang="en-US" dirty="0">
                <a:latin typeface="나눔고딕" pitchFamily="2" charset="-127"/>
                <a:ea typeface="나눔고딕" pitchFamily="2" charset="-127"/>
              </a:rPr>
              <a:t>기본 암호화 </a:t>
            </a:r>
            <a:r>
              <a:rPr kumimoji="1" lang="en-US" altLang="ko-KR" dirty="0">
                <a:latin typeface="나눔고딕" pitchFamily="2" charset="-127"/>
                <a:ea typeface="나눔고딕" pitchFamily="2" charset="-127"/>
              </a:rPr>
              <a:t>(Microsoft </a:t>
            </a:r>
            <a:r>
              <a:rPr kumimoji="1" lang="ko-KR" altLang="en-US" dirty="0">
                <a:latin typeface="나눔고딕" pitchFamily="2" charset="-127"/>
                <a:ea typeface="나눔고딕" pitchFamily="2" charset="-127"/>
              </a:rPr>
              <a:t>관리 키</a:t>
            </a:r>
            <a:r>
              <a:rPr kumimoji="1" lang="en-US" altLang="ko-KR" dirty="0">
                <a:latin typeface="나눔고딕" pitchFamily="2" charset="-127"/>
                <a:ea typeface="나눔고딕" pitchFamily="2" charset="-127"/>
              </a:rPr>
              <a:t>)</a:t>
            </a:r>
            <a:endParaRPr kumimoji="1" lang="ko-KR" altLang="en-US" dirty="0">
              <a:latin typeface="나눔고딕" pitchFamily="2" charset="-127"/>
              <a:ea typeface="나눔고딕" pitchFamily="2" charset="-127"/>
            </a:endParaRPr>
          </a:p>
        </p:txBody>
      </p:sp>
      <p:sp>
        <p:nvSpPr>
          <p:cNvPr id="5" name="텍스트 개체 틀 4">
            <a:extLst>
              <a:ext uri="{FF2B5EF4-FFF2-40B4-BE49-F238E27FC236}">
                <a16:creationId xmlns:a16="http://schemas.microsoft.com/office/drawing/2014/main" id="{9A3DA8F5-5CD8-BA89-41F1-3E2BB038A96B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167237" y="757921"/>
            <a:ext cx="10592845" cy="350285"/>
          </a:xfrm>
        </p:spPr>
        <p:txBody>
          <a:bodyPr vert="horz" lIns="91440" tIns="45720" rIns="91440" bIns="45720" rtlCol="0" anchor="ctr">
            <a:noAutofit/>
          </a:bodyPr>
          <a:lstStyle/>
          <a:p>
            <a:r>
              <a:rPr lang="en-US" altLang="ko-KR" sz="1400" dirty="0">
                <a:solidFill>
                  <a:srgbClr val="1F3B63"/>
                </a:solidFill>
                <a:latin typeface="나눔고딕" pitchFamily="2" charset="-127"/>
                <a:ea typeface="나눔고딕" pitchFamily="2" charset="-127"/>
              </a:rPr>
              <a:t>1-3-3. </a:t>
            </a:r>
            <a:r>
              <a:rPr lang="ko-KR" altLang="en-US" sz="1400" dirty="0">
                <a:solidFill>
                  <a:srgbClr val="1F3B63"/>
                </a:solidFill>
                <a:latin typeface="나눔고딕" pitchFamily="2" charset="-127"/>
                <a:ea typeface="나눔고딕" pitchFamily="2" charset="-127"/>
              </a:rPr>
              <a:t>권한 부여</a:t>
            </a:r>
          </a:p>
        </p:txBody>
      </p:sp>
      <p:sp>
        <p:nvSpPr>
          <p:cNvPr id="7" name="텍스트 개체 틀 6">
            <a:extLst>
              <a:ext uri="{FF2B5EF4-FFF2-40B4-BE49-F238E27FC236}">
                <a16:creationId xmlns:a16="http://schemas.microsoft.com/office/drawing/2014/main" id="{0C989EF7-3679-FA47-F43E-5044A6188247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/>
        <p:txBody>
          <a:bodyPr/>
          <a:lstStyle/>
          <a:p>
            <a:r>
              <a:rPr kumimoji="1" lang="ko-KR" altLang="en-US" sz="1400" b="0">
                <a:latin typeface="나눔고딕" pitchFamily="2" charset="-127"/>
                <a:ea typeface="나눔고딕" pitchFamily="2" charset="-127"/>
              </a:rPr>
              <a:t>이미지</a:t>
            </a:r>
          </a:p>
        </p:txBody>
      </p:sp>
      <p:sp>
        <p:nvSpPr>
          <p:cNvPr id="8" name="텍스트 개체 틀 7">
            <a:extLst>
              <a:ext uri="{FF2B5EF4-FFF2-40B4-BE49-F238E27FC236}">
                <a16:creationId xmlns:a16="http://schemas.microsoft.com/office/drawing/2014/main" id="{041368A9-7F67-3F0B-8790-D30396141FDC}"/>
              </a:ext>
            </a:extLst>
          </p:cNvPr>
          <p:cNvSpPr>
            <a:spLocks noGrp="1"/>
          </p:cNvSpPr>
          <p:nvPr>
            <p:ph type="body" sz="quarter" idx="20"/>
          </p:nvPr>
        </p:nvSpPr>
        <p:spPr/>
        <p:txBody>
          <a:bodyPr/>
          <a:lstStyle/>
          <a:p>
            <a:r>
              <a:rPr kumimoji="1" lang="ko-KR" altLang="en-US" sz="1400" b="0">
                <a:latin typeface="나눔고딕" pitchFamily="2" charset="-127"/>
                <a:ea typeface="나눔고딕" pitchFamily="2" charset="-127"/>
              </a:rPr>
              <a:t>설명</a:t>
            </a:r>
            <a:endParaRPr kumimoji="1" lang="en-US" altLang="ko-KR" sz="1400" b="0">
              <a:latin typeface="나눔고딕" pitchFamily="2" charset="-127"/>
              <a:ea typeface="나눔고딕" pitchFamily="2" charset="-127"/>
            </a:endParaRPr>
          </a:p>
        </p:txBody>
      </p:sp>
      <p:sp>
        <p:nvSpPr>
          <p:cNvPr id="9" name="텍스트 개체 틀 8">
            <a:extLst>
              <a:ext uri="{FF2B5EF4-FFF2-40B4-BE49-F238E27FC236}">
                <a16:creationId xmlns:a16="http://schemas.microsoft.com/office/drawing/2014/main" id="{F6258DFC-24E2-0B36-4EE4-32EB7F4056C0}"/>
              </a:ext>
            </a:extLst>
          </p:cNvPr>
          <p:cNvSpPr>
            <a:spLocks noGrp="1"/>
          </p:cNvSpPr>
          <p:nvPr>
            <p:ph type="body" sz="quarter" idx="21"/>
          </p:nvPr>
        </p:nvSpPr>
        <p:spPr>
          <a:xfrm>
            <a:off x="8044544" y="1664441"/>
            <a:ext cx="3980220" cy="4509590"/>
          </a:xfrm>
        </p:spPr>
        <p:txBody>
          <a:bodyPr anchor="t"/>
          <a:lstStyle/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kumimoji="1" lang="ko-KR" altLang="en-US" sz="1200" dirty="0">
                <a:latin typeface="NanumGothic" panose="020D0604000000000000" pitchFamily="34" charset="-127"/>
                <a:ea typeface="NanumGothic" panose="020D0604000000000000" pitchFamily="34" charset="-127"/>
              </a:rPr>
              <a:t>다음에 대한 액세스 할당</a:t>
            </a:r>
            <a:r>
              <a:rPr kumimoji="1" lang="en-US" altLang="ko-KR" sz="1200" dirty="0">
                <a:latin typeface="NanumGothic" panose="020D0604000000000000" pitchFamily="34" charset="-127"/>
                <a:ea typeface="NanumGothic" panose="020D0604000000000000" pitchFamily="34" charset="-127"/>
              </a:rPr>
              <a:t>: </a:t>
            </a:r>
            <a:r>
              <a:rPr kumimoji="1" lang="ko-KR" altLang="en-US" sz="1200" dirty="0">
                <a:latin typeface="NanumGothic" panose="020D0604000000000000" pitchFamily="34" charset="-127"/>
                <a:ea typeface="NanumGothic" panose="020D0604000000000000" pitchFamily="34" charset="-127"/>
              </a:rPr>
              <a:t>권한 </a:t>
            </a:r>
            <a:r>
              <a:rPr kumimoji="1" lang="en-US" altLang="ko-KR" sz="1200" dirty="0">
                <a:latin typeface="NanumGothic" panose="020D0604000000000000" pitchFamily="34" charset="-127"/>
                <a:ea typeface="NanumGothic" panose="020D0604000000000000" pitchFamily="34" charset="-127"/>
              </a:rPr>
              <a:t>ID</a:t>
            </a: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kumimoji="1" lang="ko-KR" altLang="en-US" sz="1200" dirty="0">
                <a:latin typeface="NanumGothic" panose="020D0604000000000000" pitchFamily="34" charset="-127"/>
                <a:ea typeface="NanumGothic" panose="020D0604000000000000" pitchFamily="34" charset="-127"/>
              </a:rPr>
              <a:t>관리 </a:t>
            </a:r>
            <a:r>
              <a:rPr kumimoji="1" lang="en-US" altLang="ko-KR" sz="1200" dirty="0">
                <a:latin typeface="NanumGothic" panose="020D0604000000000000" pitchFamily="34" charset="-127"/>
                <a:ea typeface="NanumGothic" panose="020D0604000000000000" pitchFamily="34" charset="-127"/>
              </a:rPr>
              <a:t>ID: </a:t>
            </a:r>
            <a:r>
              <a:rPr kumimoji="1" lang="ko-KR" altLang="en-US" sz="1200" dirty="0">
                <a:latin typeface="NanumGothic" panose="020D0604000000000000" pitchFamily="34" charset="-127"/>
                <a:ea typeface="NanumGothic" panose="020D0604000000000000" pitchFamily="34" charset="-127"/>
              </a:rPr>
              <a:t>함수 앱</a:t>
            </a:r>
            <a:r>
              <a:rPr kumimoji="1" lang="en-US" altLang="ko-KR" sz="1200" dirty="0">
                <a:latin typeface="NanumGothic" panose="020D0604000000000000" pitchFamily="34" charset="-127"/>
                <a:ea typeface="NanumGothic" panose="020D0604000000000000" pitchFamily="34" charset="-127"/>
              </a:rPr>
              <a:t>(3) </a:t>
            </a:r>
            <a:r>
              <a:rPr kumimoji="1" lang="ko-KR" altLang="en-US" sz="1200" dirty="0">
                <a:latin typeface="NanumGothic" panose="020D0604000000000000" pitchFamily="34" charset="-127"/>
                <a:ea typeface="NanumGothic" panose="020D0604000000000000" pitchFamily="34" charset="-127"/>
              </a:rPr>
              <a:t>선택</a:t>
            </a:r>
            <a:endParaRPr kumimoji="1" lang="en-US" altLang="ko-KR" sz="1200" dirty="0">
              <a:latin typeface="NanumGothic" panose="020D0604000000000000" pitchFamily="34" charset="-127"/>
              <a:ea typeface="NanumGothic" panose="020D0604000000000000" pitchFamily="34" charset="-127"/>
            </a:endParaRP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kumimoji="1" lang="en-US" altLang="ko-KR" sz="1200" dirty="0" err="1">
                <a:latin typeface="NanumGothic" panose="020D0604000000000000" pitchFamily="34" charset="-127"/>
                <a:ea typeface="NanumGothic" panose="020D0604000000000000" pitchFamily="34" charset="-127"/>
              </a:rPr>
              <a:t>SUMOBRDLQProcessor</a:t>
            </a:r>
            <a:r>
              <a:rPr kumimoji="1" lang="en-US" altLang="ko-KR" sz="1200" dirty="0">
                <a:latin typeface="NanumGothic" panose="020D0604000000000000" pitchFamily="34" charset="-127"/>
                <a:ea typeface="NanumGothic" panose="020D0604000000000000" pitchFamily="34" charset="-127"/>
              </a:rPr>
              <a:t>&lt;prefix&gt;, </a:t>
            </a:r>
            <a:r>
              <a:rPr kumimoji="1" lang="en-US" altLang="ko-KR" sz="1200" dirty="0" err="1">
                <a:latin typeface="NanumGothic" panose="020D0604000000000000" pitchFamily="34" charset="-127"/>
                <a:ea typeface="NanumGothic" panose="020D0604000000000000" pitchFamily="34" charset="-127"/>
              </a:rPr>
              <a:t>SUMOBRTaskConsumer</a:t>
            </a:r>
            <a:r>
              <a:rPr kumimoji="1" lang="en-US" altLang="ko-KR" sz="1200" dirty="0">
                <a:latin typeface="NanumGothic" panose="020D0604000000000000" pitchFamily="34" charset="-127"/>
                <a:ea typeface="NanumGothic" panose="020D0604000000000000" pitchFamily="34" charset="-127"/>
              </a:rPr>
              <a:t>&lt;prefix&gt; </a:t>
            </a:r>
            <a:r>
              <a:rPr kumimoji="1" lang="ko-KR" altLang="en-US" sz="1200" dirty="0">
                <a:latin typeface="NanumGothic" panose="020D0604000000000000" pitchFamily="34" charset="-127"/>
                <a:ea typeface="NanumGothic" panose="020D0604000000000000" pitchFamily="34" charset="-127"/>
              </a:rPr>
              <a:t>클릭 후 </a:t>
            </a:r>
            <a:r>
              <a:rPr kumimoji="1" lang="en-US" altLang="ko-KR" sz="1200" dirty="0">
                <a:latin typeface="NanumGothic" panose="020D0604000000000000" pitchFamily="34" charset="-127"/>
                <a:ea typeface="NanumGothic" panose="020D0604000000000000" pitchFamily="34" charset="-127"/>
              </a:rPr>
              <a:t>‘</a:t>
            </a:r>
            <a:r>
              <a:rPr kumimoji="1" lang="ko-KR" altLang="en-US" sz="1200" dirty="0">
                <a:latin typeface="NanumGothic" panose="020D0604000000000000" pitchFamily="34" charset="-127"/>
                <a:ea typeface="NanumGothic" panose="020D0604000000000000" pitchFamily="34" charset="-127"/>
              </a:rPr>
              <a:t>선택</a:t>
            </a:r>
            <a:r>
              <a:rPr kumimoji="1" lang="en-US" altLang="ko-KR" sz="1200" dirty="0">
                <a:latin typeface="NanumGothic" panose="020D0604000000000000" pitchFamily="34" charset="-127"/>
                <a:ea typeface="NanumGothic" panose="020D0604000000000000" pitchFamily="34" charset="-127"/>
              </a:rPr>
              <a:t>’ </a:t>
            </a:r>
            <a:r>
              <a:rPr kumimoji="1" lang="ko-KR" altLang="en-US" sz="1200" dirty="0">
                <a:latin typeface="NanumGothic" panose="020D0604000000000000" pitchFamily="34" charset="-127"/>
                <a:ea typeface="NanumGothic" panose="020D0604000000000000" pitchFamily="34" charset="-127"/>
              </a:rPr>
              <a:t>클릭</a:t>
            </a:r>
            <a:endParaRPr kumimoji="1" lang="en-US" altLang="ko-KR" sz="1200" dirty="0">
              <a:latin typeface="NanumGothic" panose="020D0604000000000000" pitchFamily="34" charset="-127"/>
              <a:ea typeface="NanumGothic" panose="020D0604000000000000" pitchFamily="34" charset="-127"/>
            </a:endParaRP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kumimoji="1" lang="en-US" altLang="ko-KR" sz="1200" dirty="0" err="1">
                <a:latin typeface="NanumGothic" panose="020D0604000000000000" pitchFamily="34" charset="-127"/>
                <a:ea typeface="NanumGothic" panose="020D0604000000000000" pitchFamily="34" charset="-127"/>
              </a:rPr>
              <a:t>SUMOBRTaskProducer</a:t>
            </a:r>
            <a:r>
              <a:rPr kumimoji="1" lang="en-US" altLang="ko-KR" sz="1200" dirty="0">
                <a:latin typeface="NanumGothic" panose="020D0604000000000000" pitchFamily="34" charset="-127"/>
                <a:ea typeface="NanumGothic" panose="020D0604000000000000" pitchFamily="34" charset="-127"/>
              </a:rPr>
              <a:t>&lt;prefix&gt;: Event Grid</a:t>
            </a:r>
            <a:r>
              <a:rPr kumimoji="1" lang="ko-KR" altLang="en-US" sz="1200" dirty="0">
                <a:latin typeface="NanumGothic" panose="020D0604000000000000" pitchFamily="34" charset="-127"/>
                <a:ea typeface="NanumGothic" panose="020D0604000000000000" pitchFamily="34" charset="-127"/>
              </a:rPr>
              <a:t>에서 </a:t>
            </a:r>
            <a:r>
              <a:rPr kumimoji="1" lang="en-US" altLang="ko-KR" sz="1200" dirty="0">
                <a:latin typeface="NanumGothic" panose="020D0604000000000000" pitchFamily="34" charset="-127"/>
                <a:ea typeface="NanumGothic" panose="020D0604000000000000" pitchFamily="34" charset="-127"/>
              </a:rPr>
              <a:t>task</a:t>
            </a:r>
            <a:r>
              <a:rPr kumimoji="1" lang="ko-KR" altLang="en-US" sz="1200" dirty="0">
                <a:latin typeface="NanumGothic" panose="020D0604000000000000" pitchFamily="34" charset="-127"/>
                <a:ea typeface="NanumGothic" panose="020D0604000000000000" pitchFamily="34" charset="-127"/>
              </a:rPr>
              <a:t>를 만드는 역할이므로 </a:t>
            </a:r>
            <a:r>
              <a:rPr kumimoji="1" lang="en-US" altLang="ko-KR" sz="1200" dirty="0">
                <a:latin typeface="NanumGothic" panose="020D0604000000000000" pitchFamily="34" charset="-127"/>
                <a:ea typeface="NanumGothic" panose="020D0604000000000000" pitchFamily="34" charset="-127"/>
              </a:rPr>
              <a:t>Storage Account </a:t>
            </a:r>
            <a:r>
              <a:rPr kumimoji="1" lang="ko-KR" altLang="en-US" sz="1200" dirty="0">
                <a:latin typeface="NanumGothic" panose="020D0604000000000000" pitchFamily="34" charset="-127"/>
                <a:ea typeface="NanumGothic" panose="020D0604000000000000" pitchFamily="34" charset="-127"/>
              </a:rPr>
              <a:t>키 접근 권한이 필요하지 않음</a:t>
            </a:r>
            <a:endParaRPr kumimoji="1" lang="en-US" altLang="ko-KR" sz="1200" dirty="0">
              <a:latin typeface="NanumGothic" panose="020D0604000000000000" pitchFamily="34" charset="-127"/>
              <a:ea typeface="NanumGothic" panose="020D0604000000000000" pitchFamily="34" charset="-127"/>
            </a:endParaRP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kumimoji="1" lang="en-US" altLang="ko-KR" sz="1200" dirty="0">
                <a:latin typeface="NanumGothic" panose="020D0604000000000000" pitchFamily="34" charset="-127"/>
                <a:ea typeface="NanumGothic" panose="020D0604000000000000" pitchFamily="34" charset="-127"/>
              </a:rPr>
              <a:t>‘</a:t>
            </a:r>
            <a:r>
              <a:rPr kumimoji="1" lang="ko-KR" altLang="en-US" sz="1200" dirty="0">
                <a:latin typeface="NanumGothic" panose="020D0604000000000000" pitchFamily="34" charset="-127"/>
                <a:ea typeface="NanumGothic" panose="020D0604000000000000" pitchFamily="34" charset="-127"/>
              </a:rPr>
              <a:t>검토 </a:t>
            </a:r>
            <a:r>
              <a:rPr kumimoji="1" lang="en-US" altLang="ko-KR" sz="1200" dirty="0">
                <a:latin typeface="NanumGothic" panose="020D0604000000000000" pitchFamily="34" charset="-127"/>
                <a:ea typeface="NanumGothic" panose="020D0604000000000000" pitchFamily="34" charset="-127"/>
              </a:rPr>
              <a:t>+ </a:t>
            </a:r>
            <a:r>
              <a:rPr kumimoji="1" lang="ko-KR" altLang="en-US" sz="1200" dirty="0">
                <a:latin typeface="NanumGothic" panose="020D0604000000000000" pitchFamily="34" charset="-127"/>
                <a:ea typeface="NanumGothic" panose="020D0604000000000000" pitchFamily="34" charset="-127"/>
              </a:rPr>
              <a:t>할당</a:t>
            </a:r>
            <a:r>
              <a:rPr kumimoji="1" lang="en-US" altLang="ko-KR" sz="1200" dirty="0">
                <a:latin typeface="NanumGothic" panose="020D0604000000000000" pitchFamily="34" charset="-127"/>
                <a:ea typeface="NanumGothic" panose="020D0604000000000000" pitchFamily="34" charset="-127"/>
              </a:rPr>
              <a:t>‘ </a:t>
            </a:r>
            <a:r>
              <a:rPr kumimoji="1" lang="ko-KR" altLang="en-US" sz="1200" dirty="0">
                <a:latin typeface="NanumGothic" panose="020D0604000000000000" pitchFamily="34" charset="-127"/>
                <a:ea typeface="NanumGothic" panose="020D0604000000000000" pitchFamily="34" charset="-127"/>
              </a:rPr>
              <a:t>버튼이 파란색으로 바뀌면 클릭</a:t>
            </a:r>
            <a:endParaRPr kumimoji="1" lang="en-US" altLang="ko-KR" sz="1200" dirty="0">
              <a:latin typeface="NanumGothic" panose="020D0604000000000000" pitchFamily="34" charset="-127"/>
              <a:ea typeface="NanumGothic" panose="020D0604000000000000" pitchFamily="34" charset="-127"/>
            </a:endParaRP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D09C8F9-5A4A-40BA-283C-6254FEAAA73A}"/>
              </a:ext>
            </a:extLst>
          </p:cNvPr>
          <p:cNvSpPr txBox="1">
            <a:spLocks/>
          </p:cNvSpPr>
          <p:nvPr/>
        </p:nvSpPr>
        <p:spPr>
          <a:xfrm>
            <a:off x="5883116" y="6424779"/>
            <a:ext cx="423452" cy="365343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ctr" defTabSz="457200" rtl="0" eaLnBrk="1" latinLnBrk="0" hangingPunct="1"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DBA1B0FB-D917-4C8C-928F-313BD683BF39}" type="slidenum">
              <a:rPr lang="en-US" smtClean="0">
                <a:solidFill>
                  <a:srgbClr val="173F69"/>
                </a:solidFill>
              </a:rPr>
              <a:pPr/>
              <a:t>14</a:t>
            </a:fld>
            <a:endParaRPr lang="en-US">
              <a:solidFill>
                <a:srgbClr val="173F69"/>
              </a:solidFill>
            </a:endParaRPr>
          </a:p>
        </p:txBody>
      </p:sp>
      <p:pic>
        <p:nvPicPr>
          <p:cNvPr id="4" name="그림 3">
            <a:extLst>
              <a:ext uri="{FF2B5EF4-FFF2-40B4-BE49-F238E27FC236}">
                <a16:creationId xmlns:a16="http://schemas.microsoft.com/office/drawing/2014/main" id="{FE8C46A7-5623-A648-9416-DFBBD46049A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06838" y="1728142"/>
            <a:ext cx="6441715" cy="438218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35840454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1C51158-DDB2-AF47-4814-19C852F19D0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899733A4-A521-4EF6-3D38-1CA68F83249D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/>
        <p:txBody>
          <a:bodyPr/>
          <a:lstStyle/>
          <a:p>
            <a:r>
              <a:rPr kumimoji="1" lang="en-US" altLang="ko-KR" dirty="0">
                <a:latin typeface="나눔고딕" pitchFamily="2" charset="-127"/>
                <a:ea typeface="나눔고딕" pitchFamily="2" charset="-127"/>
              </a:rPr>
              <a:t>1. </a:t>
            </a:r>
            <a:r>
              <a:rPr kumimoji="1" lang="ko-KR" altLang="en-US" dirty="0">
                <a:latin typeface="나눔고딕" pitchFamily="2" charset="-127"/>
                <a:ea typeface="나눔고딕" pitchFamily="2" charset="-127"/>
              </a:rPr>
              <a:t>기본 암호화 </a:t>
            </a:r>
            <a:r>
              <a:rPr kumimoji="1" lang="en-US" altLang="ko-KR" dirty="0">
                <a:latin typeface="나눔고딕" pitchFamily="2" charset="-127"/>
                <a:ea typeface="나눔고딕" pitchFamily="2" charset="-127"/>
              </a:rPr>
              <a:t>(Microsoft </a:t>
            </a:r>
            <a:r>
              <a:rPr kumimoji="1" lang="ko-KR" altLang="en-US" dirty="0">
                <a:latin typeface="나눔고딕" pitchFamily="2" charset="-127"/>
                <a:ea typeface="나눔고딕" pitchFamily="2" charset="-127"/>
              </a:rPr>
              <a:t>관리 키</a:t>
            </a:r>
            <a:r>
              <a:rPr kumimoji="1" lang="en-US" altLang="ko-KR" dirty="0">
                <a:latin typeface="나눔고딕" pitchFamily="2" charset="-127"/>
                <a:ea typeface="나눔고딕" pitchFamily="2" charset="-127"/>
              </a:rPr>
              <a:t>)</a:t>
            </a:r>
            <a:endParaRPr kumimoji="1" lang="ko-KR" altLang="en-US" dirty="0">
              <a:latin typeface="나눔고딕" pitchFamily="2" charset="-127"/>
              <a:ea typeface="나눔고딕" pitchFamily="2" charset="-127"/>
            </a:endParaRPr>
          </a:p>
        </p:txBody>
      </p:sp>
      <p:sp>
        <p:nvSpPr>
          <p:cNvPr id="5" name="텍스트 개체 틀 4">
            <a:extLst>
              <a:ext uri="{FF2B5EF4-FFF2-40B4-BE49-F238E27FC236}">
                <a16:creationId xmlns:a16="http://schemas.microsoft.com/office/drawing/2014/main" id="{507FCDEE-6FD7-1255-5F0C-AD7AA48871DD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167237" y="757921"/>
            <a:ext cx="10592845" cy="350285"/>
          </a:xfrm>
        </p:spPr>
        <p:txBody>
          <a:bodyPr vert="horz" lIns="91440" tIns="45720" rIns="91440" bIns="45720" rtlCol="0" anchor="ctr">
            <a:noAutofit/>
          </a:bodyPr>
          <a:lstStyle/>
          <a:p>
            <a:r>
              <a:rPr lang="en-US" altLang="ko-KR" sz="1400" dirty="0">
                <a:solidFill>
                  <a:srgbClr val="1F3B63"/>
                </a:solidFill>
                <a:latin typeface="나눔고딕" pitchFamily="2" charset="-127"/>
                <a:ea typeface="나눔고딕" pitchFamily="2" charset="-127"/>
              </a:rPr>
              <a:t>1-4-1. Event Grid </a:t>
            </a:r>
            <a:r>
              <a:rPr lang="ko-KR" altLang="en-US" sz="1400" dirty="0">
                <a:solidFill>
                  <a:srgbClr val="1F3B63"/>
                </a:solidFill>
                <a:latin typeface="나눔고딕" pitchFamily="2" charset="-127"/>
                <a:ea typeface="나눔고딕" pitchFamily="2" charset="-127"/>
              </a:rPr>
              <a:t>구독</a:t>
            </a:r>
          </a:p>
        </p:txBody>
      </p:sp>
      <p:sp>
        <p:nvSpPr>
          <p:cNvPr id="7" name="텍스트 개체 틀 6">
            <a:extLst>
              <a:ext uri="{FF2B5EF4-FFF2-40B4-BE49-F238E27FC236}">
                <a16:creationId xmlns:a16="http://schemas.microsoft.com/office/drawing/2014/main" id="{2C7CC506-D4BB-16D6-6C2A-F0340C9C57D1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/>
        <p:txBody>
          <a:bodyPr/>
          <a:lstStyle/>
          <a:p>
            <a:r>
              <a:rPr kumimoji="1" lang="ko-KR" altLang="en-US" sz="1400" b="0">
                <a:latin typeface="나눔고딕" pitchFamily="2" charset="-127"/>
                <a:ea typeface="나눔고딕" pitchFamily="2" charset="-127"/>
              </a:rPr>
              <a:t>이미지</a:t>
            </a:r>
          </a:p>
        </p:txBody>
      </p:sp>
      <p:sp>
        <p:nvSpPr>
          <p:cNvPr id="8" name="텍스트 개체 틀 7">
            <a:extLst>
              <a:ext uri="{FF2B5EF4-FFF2-40B4-BE49-F238E27FC236}">
                <a16:creationId xmlns:a16="http://schemas.microsoft.com/office/drawing/2014/main" id="{420B1B29-CC8C-BC41-23E9-67EFF19C0019}"/>
              </a:ext>
            </a:extLst>
          </p:cNvPr>
          <p:cNvSpPr>
            <a:spLocks noGrp="1"/>
          </p:cNvSpPr>
          <p:nvPr>
            <p:ph type="body" sz="quarter" idx="20"/>
          </p:nvPr>
        </p:nvSpPr>
        <p:spPr/>
        <p:txBody>
          <a:bodyPr/>
          <a:lstStyle/>
          <a:p>
            <a:r>
              <a:rPr kumimoji="1" lang="ko-KR" altLang="en-US" sz="1400" b="0">
                <a:latin typeface="나눔고딕" pitchFamily="2" charset="-127"/>
                <a:ea typeface="나눔고딕" pitchFamily="2" charset="-127"/>
              </a:rPr>
              <a:t>설명</a:t>
            </a:r>
            <a:endParaRPr kumimoji="1" lang="en-US" altLang="ko-KR" sz="1400" b="0">
              <a:latin typeface="나눔고딕" pitchFamily="2" charset="-127"/>
              <a:ea typeface="나눔고딕" pitchFamily="2" charset="-127"/>
            </a:endParaRPr>
          </a:p>
        </p:txBody>
      </p:sp>
      <p:sp>
        <p:nvSpPr>
          <p:cNvPr id="9" name="텍스트 개체 틀 8">
            <a:extLst>
              <a:ext uri="{FF2B5EF4-FFF2-40B4-BE49-F238E27FC236}">
                <a16:creationId xmlns:a16="http://schemas.microsoft.com/office/drawing/2014/main" id="{FC7F722A-0ED5-5233-6F3E-1BF04C444EB1}"/>
              </a:ext>
            </a:extLst>
          </p:cNvPr>
          <p:cNvSpPr>
            <a:spLocks noGrp="1"/>
          </p:cNvSpPr>
          <p:nvPr>
            <p:ph type="body" sz="quarter" idx="21"/>
          </p:nvPr>
        </p:nvSpPr>
        <p:spPr>
          <a:xfrm>
            <a:off x="8044544" y="1664441"/>
            <a:ext cx="3980220" cy="4509590"/>
          </a:xfrm>
        </p:spPr>
        <p:txBody>
          <a:bodyPr anchor="t"/>
          <a:lstStyle/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kumimoji="1" lang="ko-KR" altLang="en-US" sz="1200" dirty="0">
                <a:latin typeface="NanumGothic" panose="020D0604000000000000" pitchFamily="34" charset="-127"/>
                <a:ea typeface="NanumGothic" panose="020D0604000000000000" pitchFamily="34" charset="-127"/>
              </a:rPr>
              <a:t>스토리지 계정 접속 </a:t>
            </a:r>
            <a:r>
              <a:rPr kumimoji="1" lang="en-US" altLang="ko-KR" sz="1200" dirty="0">
                <a:latin typeface="NanumGothic" panose="020D0604000000000000" pitchFamily="34" charset="-127"/>
                <a:ea typeface="NanumGothic" panose="020D0604000000000000" pitchFamily="34" charset="-127"/>
              </a:rPr>
              <a:t>&gt; </a:t>
            </a:r>
            <a:r>
              <a:rPr kumimoji="1" lang="ko-KR" altLang="en-US" sz="1200" dirty="0">
                <a:latin typeface="NanumGothic" panose="020D0604000000000000" pitchFamily="34" charset="-127"/>
                <a:ea typeface="NanumGothic" panose="020D0604000000000000" pitchFamily="34" charset="-127"/>
              </a:rPr>
              <a:t>이벤트</a:t>
            </a:r>
            <a:endParaRPr kumimoji="1" lang="en-US" altLang="ko-KR" sz="1200" dirty="0">
              <a:latin typeface="NanumGothic" panose="020D0604000000000000" pitchFamily="34" charset="-127"/>
              <a:ea typeface="NanumGothic" panose="020D0604000000000000" pitchFamily="34" charset="-127"/>
            </a:endParaRP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kumimoji="1" lang="en-US" altLang="ko-KR" sz="1200" dirty="0">
                <a:latin typeface="NanumGothic" panose="020D0604000000000000" pitchFamily="34" charset="-127"/>
                <a:ea typeface="NanumGothic" panose="020D0604000000000000" pitchFamily="34" charset="-127"/>
              </a:rPr>
              <a:t>‘</a:t>
            </a:r>
            <a:r>
              <a:rPr kumimoji="1" lang="ko-KR" altLang="en-US" sz="1200" dirty="0">
                <a:latin typeface="NanumGothic" panose="020D0604000000000000" pitchFamily="34" charset="-127"/>
                <a:ea typeface="NanumGothic" panose="020D0604000000000000" pitchFamily="34" charset="-127"/>
              </a:rPr>
              <a:t>이벤트 구독</a:t>
            </a:r>
            <a:r>
              <a:rPr kumimoji="1" lang="en-US" altLang="ko-KR" sz="1200" dirty="0">
                <a:latin typeface="NanumGothic" panose="020D0604000000000000" pitchFamily="34" charset="-127"/>
                <a:ea typeface="NanumGothic" panose="020D0604000000000000" pitchFamily="34" charset="-127"/>
              </a:rPr>
              <a:t>‘ </a:t>
            </a:r>
            <a:r>
              <a:rPr kumimoji="1" lang="ko-KR" altLang="en-US" sz="1200" dirty="0">
                <a:latin typeface="NanumGothic" panose="020D0604000000000000" pitchFamily="34" charset="-127"/>
                <a:ea typeface="NanumGothic" panose="020D0604000000000000" pitchFamily="34" charset="-127"/>
              </a:rPr>
              <a:t>클릭</a:t>
            </a:r>
            <a:endParaRPr kumimoji="1" lang="en-US" altLang="ko-KR" sz="1200" dirty="0">
              <a:latin typeface="NanumGothic" panose="020D0604000000000000" pitchFamily="34" charset="-127"/>
              <a:ea typeface="NanumGothic" panose="020D0604000000000000" pitchFamily="34" charset="-127"/>
            </a:endParaRP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4A56CD2-055C-3FFE-9E1C-124B883A9912}"/>
              </a:ext>
            </a:extLst>
          </p:cNvPr>
          <p:cNvSpPr txBox="1">
            <a:spLocks/>
          </p:cNvSpPr>
          <p:nvPr/>
        </p:nvSpPr>
        <p:spPr>
          <a:xfrm>
            <a:off x="5883116" y="6424779"/>
            <a:ext cx="423452" cy="365343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ctr" defTabSz="457200" rtl="0" eaLnBrk="1" latinLnBrk="0" hangingPunct="1"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DBA1B0FB-D917-4C8C-928F-313BD683BF39}" type="slidenum">
              <a:rPr lang="en-US" smtClean="0">
                <a:solidFill>
                  <a:srgbClr val="173F69"/>
                </a:solidFill>
              </a:rPr>
              <a:pPr/>
              <a:t>15</a:t>
            </a:fld>
            <a:endParaRPr lang="en-US">
              <a:solidFill>
                <a:srgbClr val="173F69"/>
              </a:solidFill>
            </a:endParaRPr>
          </a:p>
        </p:txBody>
      </p:sp>
      <p:pic>
        <p:nvPicPr>
          <p:cNvPr id="2" name="그림 1">
            <a:extLst>
              <a:ext uri="{FF2B5EF4-FFF2-40B4-BE49-F238E27FC236}">
                <a16:creationId xmlns:a16="http://schemas.microsoft.com/office/drawing/2014/main" id="{2A259CE9-C02B-4E60-4D01-2145F7D9844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406915" y="1812499"/>
            <a:ext cx="5241561" cy="421347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45122584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0F7578B-55CA-5DC1-275B-D4700D91EBA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5AA97104-752B-8773-8B96-80C274B3A65C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/>
        <p:txBody>
          <a:bodyPr/>
          <a:lstStyle/>
          <a:p>
            <a:r>
              <a:rPr kumimoji="1" lang="en-US" altLang="ko-KR" dirty="0">
                <a:latin typeface="나눔고딕" pitchFamily="2" charset="-127"/>
                <a:ea typeface="나눔고딕" pitchFamily="2" charset="-127"/>
              </a:rPr>
              <a:t>1. </a:t>
            </a:r>
            <a:r>
              <a:rPr kumimoji="1" lang="ko-KR" altLang="en-US" dirty="0">
                <a:latin typeface="나눔고딕" pitchFamily="2" charset="-127"/>
                <a:ea typeface="나눔고딕" pitchFamily="2" charset="-127"/>
              </a:rPr>
              <a:t>기본 암호화 </a:t>
            </a:r>
            <a:r>
              <a:rPr kumimoji="1" lang="en-US" altLang="ko-KR" dirty="0">
                <a:latin typeface="나눔고딕" pitchFamily="2" charset="-127"/>
                <a:ea typeface="나눔고딕" pitchFamily="2" charset="-127"/>
              </a:rPr>
              <a:t>(Microsoft </a:t>
            </a:r>
            <a:r>
              <a:rPr kumimoji="1" lang="ko-KR" altLang="en-US" dirty="0">
                <a:latin typeface="나눔고딕" pitchFamily="2" charset="-127"/>
                <a:ea typeface="나눔고딕" pitchFamily="2" charset="-127"/>
              </a:rPr>
              <a:t>관리 키</a:t>
            </a:r>
            <a:r>
              <a:rPr kumimoji="1" lang="en-US" altLang="ko-KR" dirty="0">
                <a:latin typeface="나눔고딕" pitchFamily="2" charset="-127"/>
                <a:ea typeface="나눔고딕" pitchFamily="2" charset="-127"/>
              </a:rPr>
              <a:t>)</a:t>
            </a:r>
            <a:endParaRPr kumimoji="1" lang="ko-KR" altLang="en-US" dirty="0">
              <a:latin typeface="나눔고딕" pitchFamily="2" charset="-127"/>
              <a:ea typeface="나눔고딕" pitchFamily="2" charset="-127"/>
            </a:endParaRPr>
          </a:p>
        </p:txBody>
      </p:sp>
      <p:sp>
        <p:nvSpPr>
          <p:cNvPr id="5" name="텍스트 개체 틀 4">
            <a:extLst>
              <a:ext uri="{FF2B5EF4-FFF2-40B4-BE49-F238E27FC236}">
                <a16:creationId xmlns:a16="http://schemas.microsoft.com/office/drawing/2014/main" id="{F79B5054-A41C-3E87-15D2-568D7E54DBE8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167237" y="757921"/>
            <a:ext cx="10592845" cy="350285"/>
          </a:xfrm>
        </p:spPr>
        <p:txBody>
          <a:bodyPr vert="horz" lIns="91440" tIns="45720" rIns="91440" bIns="45720" rtlCol="0" anchor="ctr">
            <a:noAutofit/>
          </a:bodyPr>
          <a:lstStyle/>
          <a:p>
            <a:r>
              <a:rPr lang="en-US" altLang="ko-KR" sz="1400" dirty="0">
                <a:solidFill>
                  <a:srgbClr val="1F3B63"/>
                </a:solidFill>
                <a:latin typeface="나눔고딕" pitchFamily="2" charset="-127"/>
                <a:ea typeface="나눔고딕" pitchFamily="2" charset="-127"/>
              </a:rPr>
              <a:t>1-4-2. Event Grid </a:t>
            </a:r>
            <a:r>
              <a:rPr lang="ko-KR" altLang="en-US" sz="1400" dirty="0">
                <a:solidFill>
                  <a:srgbClr val="1F3B63"/>
                </a:solidFill>
                <a:latin typeface="나눔고딕" pitchFamily="2" charset="-127"/>
                <a:ea typeface="나눔고딕" pitchFamily="2" charset="-127"/>
              </a:rPr>
              <a:t>구독 만들기</a:t>
            </a:r>
          </a:p>
        </p:txBody>
      </p:sp>
      <p:sp>
        <p:nvSpPr>
          <p:cNvPr id="7" name="텍스트 개체 틀 6">
            <a:extLst>
              <a:ext uri="{FF2B5EF4-FFF2-40B4-BE49-F238E27FC236}">
                <a16:creationId xmlns:a16="http://schemas.microsoft.com/office/drawing/2014/main" id="{4698B52F-B6E4-5805-D612-793846D507A9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/>
        <p:txBody>
          <a:bodyPr/>
          <a:lstStyle/>
          <a:p>
            <a:r>
              <a:rPr kumimoji="1" lang="ko-KR" altLang="en-US" sz="1400" b="0">
                <a:latin typeface="나눔고딕" pitchFamily="2" charset="-127"/>
                <a:ea typeface="나눔고딕" pitchFamily="2" charset="-127"/>
              </a:rPr>
              <a:t>이미지</a:t>
            </a:r>
          </a:p>
        </p:txBody>
      </p:sp>
      <p:sp>
        <p:nvSpPr>
          <p:cNvPr id="8" name="텍스트 개체 틀 7">
            <a:extLst>
              <a:ext uri="{FF2B5EF4-FFF2-40B4-BE49-F238E27FC236}">
                <a16:creationId xmlns:a16="http://schemas.microsoft.com/office/drawing/2014/main" id="{BB137C47-42B0-CD79-DCE8-4DF3052A6A97}"/>
              </a:ext>
            </a:extLst>
          </p:cNvPr>
          <p:cNvSpPr>
            <a:spLocks noGrp="1"/>
          </p:cNvSpPr>
          <p:nvPr>
            <p:ph type="body" sz="quarter" idx="20"/>
          </p:nvPr>
        </p:nvSpPr>
        <p:spPr/>
        <p:txBody>
          <a:bodyPr/>
          <a:lstStyle/>
          <a:p>
            <a:r>
              <a:rPr kumimoji="1" lang="ko-KR" altLang="en-US" sz="1400" b="0">
                <a:latin typeface="나눔고딕" pitchFamily="2" charset="-127"/>
                <a:ea typeface="나눔고딕" pitchFamily="2" charset="-127"/>
              </a:rPr>
              <a:t>설명</a:t>
            </a:r>
            <a:endParaRPr kumimoji="1" lang="en-US" altLang="ko-KR" sz="1400" b="0">
              <a:latin typeface="나눔고딕" pitchFamily="2" charset="-127"/>
              <a:ea typeface="나눔고딕" pitchFamily="2" charset="-127"/>
            </a:endParaRPr>
          </a:p>
        </p:txBody>
      </p:sp>
      <p:sp>
        <p:nvSpPr>
          <p:cNvPr id="9" name="텍스트 개체 틀 8">
            <a:extLst>
              <a:ext uri="{FF2B5EF4-FFF2-40B4-BE49-F238E27FC236}">
                <a16:creationId xmlns:a16="http://schemas.microsoft.com/office/drawing/2014/main" id="{F80BF538-34EA-2098-8EC0-B50942E96C2C}"/>
              </a:ext>
            </a:extLst>
          </p:cNvPr>
          <p:cNvSpPr>
            <a:spLocks noGrp="1"/>
          </p:cNvSpPr>
          <p:nvPr>
            <p:ph type="body" sz="quarter" idx="21"/>
          </p:nvPr>
        </p:nvSpPr>
        <p:spPr>
          <a:xfrm>
            <a:off x="8044544" y="1664441"/>
            <a:ext cx="3980220" cy="4509590"/>
          </a:xfrm>
        </p:spPr>
        <p:txBody>
          <a:bodyPr anchor="t"/>
          <a:lstStyle/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kumimoji="1" lang="ko-KR" altLang="en-US" dirty="0">
                <a:latin typeface="NanumGothic" panose="020D0604000000000000" pitchFamily="34" charset="-127"/>
                <a:ea typeface="NanumGothic" panose="020D0604000000000000" pitchFamily="34" charset="-127"/>
              </a:rPr>
              <a:t>이벤트 스키마</a:t>
            </a:r>
            <a:r>
              <a:rPr kumimoji="1" lang="en-US" altLang="ko-KR" dirty="0">
                <a:latin typeface="NanumGothic" panose="020D0604000000000000" pitchFamily="34" charset="-127"/>
                <a:ea typeface="NanumGothic" panose="020D0604000000000000" pitchFamily="34" charset="-127"/>
              </a:rPr>
              <a:t>: Event Grid </a:t>
            </a:r>
            <a:r>
              <a:rPr kumimoji="1" lang="ko-KR" altLang="en-US" dirty="0">
                <a:latin typeface="NanumGothic" panose="020D0604000000000000" pitchFamily="34" charset="-127"/>
                <a:ea typeface="NanumGothic" panose="020D0604000000000000" pitchFamily="34" charset="-127"/>
              </a:rPr>
              <a:t>스키마</a:t>
            </a:r>
            <a:endParaRPr kumimoji="1" lang="en-US" altLang="ko-KR" dirty="0">
              <a:latin typeface="NanumGothic" panose="020D0604000000000000" pitchFamily="34" charset="-127"/>
              <a:ea typeface="NanumGothic" panose="020D0604000000000000" pitchFamily="34" charset="-127"/>
            </a:endParaRP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kumimoji="1" lang="ko-KR" altLang="en-US" dirty="0">
                <a:latin typeface="NanumGothic" panose="020D0604000000000000" pitchFamily="34" charset="-127"/>
                <a:ea typeface="NanumGothic" panose="020D0604000000000000" pitchFamily="34" charset="-127"/>
              </a:rPr>
              <a:t>원본 리소스</a:t>
            </a:r>
            <a:r>
              <a:rPr kumimoji="1" lang="en-US" altLang="ko-KR" dirty="0">
                <a:latin typeface="NanumGothic" panose="020D0604000000000000" pitchFamily="34" charset="-127"/>
                <a:ea typeface="NanumGothic" panose="020D0604000000000000" pitchFamily="34" charset="-127"/>
              </a:rPr>
              <a:t>: </a:t>
            </a:r>
            <a:r>
              <a:rPr kumimoji="1" lang="en-US" altLang="ko-KR" dirty="0" err="1">
                <a:latin typeface="NanumGothic" panose="020D0604000000000000" pitchFamily="34" charset="-127"/>
                <a:ea typeface="NanumGothic" panose="020D0604000000000000" pitchFamily="34" charset="-127"/>
              </a:rPr>
              <a:t>sumoblobstorageint</a:t>
            </a:r>
            <a:endParaRPr kumimoji="1" lang="en-US" altLang="ko-KR" dirty="0">
              <a:latin typeface="NanumGothic" panose="020D0604000000000000" pitchFamily="34" charset="-127"/>
              <a:ea typeface="NanumGothic" panose="020D0604000000000000" pitchFamily="34" charset="-127"/>
            </a:endParaRP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kumimoji="1" lang="ko-KR" altLang="en-US" dirty="0" err="1">
                <a:latin typeface="NanumGothic" panose="020D0604000000000000" pitchFamily="34" charset="-127"/>
                <a:ea typeface="NanumGothic" panose="020D0604000000000000" pitchFamily="34" charset="-127"/>
              </a:rPr>
              <a:t>엔드포인트</a:t>
            </a:r>
            <a:r>
              <a:rPr kumimoji="1" lang="ko-KR" altLang="en-US" dirty="0">
                <a:latin typeface="NanumGothic" panose="020D0604000000000000" pitchFamily="34" charset="-127"/>
                <a:ea typeface="NanumGothic" panose="020D0604000000000000" pitchFamily="34" charset="-127"/>
              </a:rPr>
              <a:t> 유형</a:t>
            </a:r>
            <a:r>
              <a:rPr kumimoji="1" lang="en-US" altLang="ko-KR" dirty="0">
                <a:latin typeface="NanumGothic" panose="020D0604000000000000" pitchFamily="34" charset="-127"/>
                <a:ea typeface="NanumGothic" panose="020D0604000000000000" pitchFamily="34" charset="-127"/>
              </a:rPr>
              <a:t>: </a:t>
            </a:r>
            <a:r>
              <a:rPr kumimoji="1" lang="ko-KR" altLang="en-US" dirty="0">
                <a:latin typeface="NanumGothic" panose="020D0604000000000000" pitchFamily="34" charset="-127"/>
                <a:ea typeface="NanumGothic" panose="020D0604000000000000" pitchFamily="34" charset="-127"/>
              </a:rPr>
              <a:t>이벤트 허브</a:t>
            </a:r>
            <a:endParaRPr kumimoji="1" lang="en-US" altLang="ko-KR" dirty="0">
              <a:latin typeface="NanumGothic" panose="020D0604000000000000" pitchFamily="34" charset="-127"/>
              <a:ea typeface="NanumGothic" panose="020D0604000000000000" pitchFamily="34" charset="-127"/>
            </a:endParaRP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kumimoji="1" lang="ko-KR" altLang="en-US" dirty="0" err="1">
                <a:latin typeface="NanumGothic" panose="020D0604000000000000" pitchFamily="34" charset="-127"/>
                <a:ea typeface="NanumGothic" panose="020D0604000000000000" pitchFamily="34" charset="-127"/>
              </a:rPr>
              <a:t>앤드포인트</a:t>
            </a:r>
            <a:r>
              <a:rPr kumimoji="1" lang="ko-KR" altLang="en-US" dirty="0">
                <a:latin typeface="NanumGothic" panose="020D0604000000000000" pitchFamily="34" charset="-127"/>
                <a:ea typeface="NanumGothic" panose="020D0604000000000000" pitchFamily="34" charset="-127"/>
              </a:rPr>
              <a:t> 구성 클릭 후 아래 내용 맞는지 확인 후에 </a:t>
            </a:r>
            <a:r>
              <a:rPr kumimoji="1" lang="en-US" altLang="ko-KR" dirty="0">
                <a:latin typeface="NanumGothic" panose="020D0604000000000000" pitchFamily="34" charset="-127"/>
                <a:ea typeface="NanumGothic" panose="020D0604000000000000" pitchFamily="34" charset="-127"/>
              </a:rPr>
              <a:t>‘</a:t>
            </a:r>
            <a:r>
              <a:rPr kumimoji="1" lang="ko-KR" altLang="en-US" dirty="0">
                <a:latin typeface="NanumGothic" panose="020D0604000000000000" pitchFamily="34" charset="-127"/>
                <a:ea typeface="NanumGothic" panose="020D0604000000000000" pitchFamily="34" charset="-127"/>
              </a:rPr>
              <a:t>선택 확인</a:t>
            </a:r>
            <a:r>
              <a:rPr kumimoji="1" lang="en-US" altLang="ko-KR" dirty="0">
                <a:latin typeface="NanumGothic" panose="020D0604000000000000" pitchFamily="34" charset="-127"/>
                <a:ea typeface="NanumGothic" panose="020D0604000000000000" pitchFamily="34" charset="-127"/>
              </a:rPr>
              <a:t>‘ </a:t>
            </a:r>
            <a:r>
              <a:rPr kumimoji="1" lang="ko-KR" altLang="en-US" dirty="0">
                <a:latin typeface="NanumGothic" panose="020D0604000000000000" pitchFamily="34" charset="-127"/>
                <a:ea typeface="NanumGothic" panose="020D0604000000000000" pitchFamily="34" charset="-127"/>
              </a:rPr>
              <a:t>클릭</a:t>
            </a:r>
            <a:endParaRPr kumimoji="1" lang="en-US" altLang="ko-KR" dirty="0">
              <a:latin typeface="NanumGothic" panose="020D0604000000000000" pitchFamily="34" charset="-127"/>
              <a:ea typeface="NanumGothic" panose="020D0604000000000000" pitchFamily="34" charset="-127"/>
            </a:endParaRPr>
          </a:p>
          <a:p>
            <a:pPr marL="742950" lvl="1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kumimoji="1" lang="ko-KR" altLang="en-US" sz="1100" dirty="0">
                <a:latin typeface="NanumGothic" panose="020D0604000000000000" pitchFamily="34" charset="-127"/>
                <a:ea typeface="NanumGothic" panose="020D0604000000000000" pitchFamily="34" charset="-127"/>
              </a:rPr>
              <a:t>이벤트 허브 네임스페이스</a:t>
            </a:r>
            <a:r>
              <a:rPr kumimoji="1" lang="en-US" altLang="ko-KR" sz="1100" dirty="0">
                <a:latin typeface="NanumGothic" panose="020D0604000000000000" pitchFamily="34" charset="-127"/>
                <a:ea typeface="NanumGothic" panose="020D0604000000000000" pitchFamily="34" charset="-127"/>
              </a:rPr>
              <a:t>: </a:t>
            </a:r>
            <a:r>
              <a:rPr kumimoji="1" lang="en-US" altLang="ko-KR" sz="1100" dirty="0" err="1">
                <a:latin typeface="NanumGothic" panose="020D0604000000000000" pitchFamily="34" charset="-127"/>
                <a:ea typeface="NanumGothic" panose="020D0604000000000000" pitchFamily="34" charset="-127"/>
              </a:rPr>
              <a:t>SUMOBREvtHubNS</a:t>
            </a:r>
            <a:r>
              <a:rPr kumimoji="1" lang="en-US" altLang="ko-KR" sz="1100" dirty="0">
                <a:latin typeface="NanumGothic" panose="020D0604000000000000" pitchFamily="34" charset="-127"/>
                <a:ea typeface="NanumGothic" panose="020D0604000000000000" pitchFamily="34" charset="-127"/>
              </a:rPr>
              <a:t>...</a:t>
            </a:r>
          </a:p>
          <a:p>
            <a:pPr marL="742950" lvl="1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kumimoji="1" lang="ko-KR" altLang="en-US" sz="1100" dirty="0">
                <a:latin typeface="NanumGothic" panose="020D0604000000000000" pitchFamily="34" charset="-127"/>
                <a:ea typeface="NanumGothic" panose="020D0604000000000000" pitchFamily="34" charset="-127"/>
              </a:rPr>
              <a:t>이벤트 허브</a:t>
            </a:r>
            <a:r>
              <a:rPr kumimoji="1" lang="en-US" altLang="ko-KR" sz="1100" dirty="0">
                <a:latin typeface="NanumGothic" panose="020D0604000000000000" pitchFamily="34" charset="-127"/>
                <a:ea typeface="NanumGothic" panose="020D0604000000000000" pitchFamily="34" charset="-127"/>
              </a:rPr>
              <a:t>: </a:t>
            </a:r>
            <a:r>
              <a:rPr kumimoji="1" lang="en-US" altLang="ko-KR" sz="1100" dirty="0" err="1">
                <a:latin typeface="NanumGothic" panose="020D0604000000000000" pitchFamily="34" charset="-127"/>
                <a:ea typeface="NanumGothic" panose="020D0604000000000000" pitchFamily="34" charset="-127"/>
              </a:rPr>
              <a:t>blobreadereventhub</a:t>
            </a:r>
            <a:endParaRPr kumimoji="1" lang="en-US" altLang="ko-KR" sz="1100" dirty="0">
              <a:latin typeface="NanumGothic" panose="020D0604000000000000" pitchFamily="34" charset="-127"/>
              <a:ea typeface="NanumGothic" panose="020D0604000000000000" pitchFamily="34" charset="-127"/>
            </a:endParaRP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kumimoji="1" lang="en-US" altLang="ko-KR" sz="1300" dirty="0">
                <a:latin typeface="NanumGothic" panose="020D0604000000000000" pitchFamily="34" charset="-127"/>
                <a:ea typeface="NanumGothic" panose="020D0604000000000000" pitchFamily="34" charset="-127"/>
              </a:rPr>
              <a:t>‘</a:t>
            </a:r>
            <a:r>
              <a:rPr kumimoji="1" lang="ko-KR" altLang="en-US" sz="1300" dirty="0">
                <a:latin typeface="NanumGothic" panose="020D0604000000000000" pitchFamily="34" charset="-127"/>
                <a:ea typeface="NanumGothic" panose="020D0604000000000000" pitchFamily="34" charset="-127"/>
              </a:rPr>
              <a:t>만들기</a:t>
            </a:r>
            <a:r>
              <a:rPr kumimoji="1" lang="en-US" altLang="ko-KR" sz="1300" dirty="0">
                <a:latin typeface="NanumGothic" panose="020D0604000000000000" pitchFamily="34" charset="-127"/>
                <a:ea typeface="NanumGothic" panose="020D0604000000000000" pitchFamily="34" charset="-127"/>
              </a:rPr>
              <a:t>’ </a:t>
            </a:r>
            <a:r>
              <a:rPr kumimoji="1" lang="ko-KR" altLang="en-US" sz="1300" dirty="0">
                <a:latin typeface="NanumGothic" panose="020D0604000000000000" pitchFamily="34" charset="-127"/>
                <a:ea typeface="NanumGothic" panose="020D0604000000000000" pitchFamily="34" charset="-127"/>
              </a:rPr>
              <a:t>클릭</a:t>
            </a:r>
            <a:endParaRPr kumimoji="1" lang="en-US" altLang="ko-KR" sz="1300" dirty="0">
              <a:latin typeface="NanumGothic" panose="020D0604000000000000" pitchFamily="34" charset="-127"/>
              <a:ea typeface="NanumGothic" panose="020D0604000000000000" pitchFamily="34" charset="-127"/>
            </a:endParaRP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397E4B5-07AB-DB2E-4552-BCB658BDF268}"/>
              </a:ext>
            </a:extLst>
          </p:cNvPr>
          <p:cNvSpPr txBox="1">
            <a:spLocks/>
          </p:cNvSpPr>
          <p:nvPr/>
        </p:nvSpPr>
        <p:spPr>
          <a:xfrm>
            <a:off x="5883116" y="6424779"/>
            <a:ext cx="423452" cy="365343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ctr" defTabSz="457200" rtl="0" eaLnBrk="1" latinLnBrk="0" hangingPunct="1"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DBA1B0FB-D917-4C8C-928F-313BD683BF39}" type="slidenum">
              <a:rPr lang="en-US" smtClean="0">
                <a:solidFill>
                  <a:srgbClr val="173F69"/>
                </a:solidFill>
              </a:rPr>
              <a:pPr/>
              <a:t>16</a:t>
            </a:fld>
            <a:endParaRPr lang="en-US">
              <a:solidFill>
                <a:srgbClr val="173F69"/>
              </a:solidFill>
            </a:endParaRPr>
          </a:p>
        </p:txBody>
      </p:sp>
      <p:pic>
        <p:nvPicPr>
          <p:cNvPr id="10" name="그림 9">
            <a:extLst>
              <a:ext uri="{FF2B5EF4-FFF2-40B4-BE49-F238E27FC236}">
                <a16:creationId xmlns:a16="http://schemas.microsoft.com/office/drawing/2014/main" id="{218A3283-DD35-18BF-503A-D5845948E25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38657" y="1754524"/>
            <a:ext cx="6378078" cy="432942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75941181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9F850D7-4B12-3113-3E83-314139D2CA6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CA2AF39C-93E5-D7D1-63C3-5FBF333C109D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/>
        <p:txBody>
          <a:bodyPr/>
          <a:lstStyle/>
          <a:p>
            <a:r>
              <a:rPr kumimoji="1" lang="en-US" altLang="ko-KR" dirty="0">
                <a:latin typeface="나눔고딕" pitchFamily="2" charset="-127"/>
                <a:ea typeface="나눔고딕" pitchFamily="2" charset="-127"/>
              </a:rPr>
              <a:t>1. </a:t>
            </a:r>
            <a:r>
              <a:rPr kumimoji="1" lang="ko-KR" altLang="en-US" dirty="0">
                <a:latin typeface="나눔고딕" pitchFamily="2" charset="-127"/>
                <a:ea typeface="나눔고딕" pitchFamily="2" charset="-127"/>
              </a:rPr>
              <a:t>기본 암호화 </a:t>
            </a:r>
            <a:r>
              <a:rPr kumimoji="1" lang="en-US" altLang="ko-KR" dirty="0">
                <a:latin typeface="나눔고딕" pitchFamily="2" charset="-127"/>
                <a:ea typeface="나눔고딕" pitchFamily="2" charset="-127"/>
              </a:rPr>
              <a:t>(Microsoft </a:t>
            </a:r>
            <a:r>
              <a:rPr kumimoji="1" lang="ko-KR" altLang="en-US" dirty="0">
                <a:latin typeface="나눔고딕" pitchFamily="2" charset="-127"/>
                <a:ea typeface="나눔고딕" pitchFamily="2" charset="-127"/>
              </a:rPr>
              <a:t>관리 키</a:t>
            </a:r>
            <a:r>
              <a:rPr kumimoji="1" lang="en-US" altLang="ko-KR" dirty="0">
                <a:latin typeface="나눔고딕" pitchFamily="2" charset="-127"/>
                <a:ea typeface="나눔고딕" pitchFamily="2" charset="-127"/>
              </a:rPr>
              <a:t>)</a:t>
            </a:r>
            <a:endParaRPr kumimoji="1" lang="ko-KR" altLang="en-US" dirty="0">
              <a:latin typeface="나눔고딕" pitchFamily="2" charset="-127"/>
              <a:ea typeface="나눔고딕" pitchFamily="2" charset="-127"/>
            </a:endParaRPr>
          </a:p>
        </p:txBody>
      </p:sp>
      <p:sp>
        <p:nvSpPr>
          <p:cNvPr id="5" name="텍스트 개체 틀 4">
            <a:extLst>
              <a:ext uri="{FF2B5EF4-FFF2-40B4-BE49-F238E27FC236}">
                <a16:creationId xmlns:a16="http://schemas.microsoft.com/office/drawing/2014/main" id="{2BC816A8-F0A9-2F7D-5EE7-9EF2F40E070D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167237" y="757921"/>
            <a:ext cx="10592845" cy="350285"/>
          </a:xfrm>
        </p:spPr>
        <p:txBody>
          <a:bodyPr vert="horz" lIns="91440" tIns="45720" rIns="91440" bIns="45720" rtlCol="0" anchor="ctr">
            <a:noAutofit/>
          </a:bodyPr>
          <a:lstStyle/>
          <a:p>
            <a:r>
              <a:rPr lang="en-US" altLang="ko-KR" sz="1400" dirty="0">
                <a:solidFill>
                  <a:srgbClr val="1F3B63"/>
                </a:solidFill>
                <a:latin typeface="나눔고딕" pitchFamily="2" charset="-127"/>
                <a:ea typeface="나눔고딕" pitchFamily="2" charset="-127"/>
              </a:rPr>
              <a:t>1-5-1. </a:t>
            </a:r>
            <a:r>
              <a:rPr lang="ko-KR" altLang="en-US" sz="1400" dirty="0">
                <a:solidFill>
                  <a:srgbClr val="1F3B63"/>
                </a:solidFill>
                <a:latin typeface="나눔고딕" pitchFamily="2" charset="-127"/>
                <a:ea typeface="나눔고딕" pitchFamily="2" charset="-127"/>
              </a:rPr>
              <a:t>컨테이너 생성</a:t>
            </a:r>
          </a:p>
        </p:txBody>
      </p:sp>
      <p:sp>
        <p:nvSpPr>
          <p:cNvPr id="7" name="텍스트 개체 틀 6">
            <a:extLst>
              <a:ext uri="{FF2B5EF4-FFF2-40B4-BE49-F238E27FC236}">
                <a16:creationId xmlns:a16="http://schemas.microsoft.com/office/drawing/2014/main" id="{C77ADC6A-B4F5-7B8B-53D7-DBAC9185DC03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/>
        <p:txBody>
          <a:bodyPr/>
          <a:lstStyle/>
          <a:p>
            <a:r>
              <a:rPr kumimoji="1" lang="ko-KR" altLang="en-US" sz="1400" b="0">
                <a:latin typeface="나눔고딕" pitchFamily="2" charset="-127"/>
                <a:ea typeface="나눔고딕" pitchFamily="2" charset="-127"/>
              </a:rPr>
              <a:t>이미지</a:t>
            </a:r>
          </a:p>
        </p:txBody>
      </p:sp>
      <p:sp>
        <p:nvSpPr>
          <p:cNvPr id="8" name="텍스트 개체 틀 7">
            <a:extLst>
              <a:ext uri="{FF2B5EF4-FFF2-40B4-BE49-F238E27FC236}">
                <a16:creationId xmlns:a16="http://schemas.microsoft.com/office/drawing/2014/main" id="{99DB61C8-DE35-88E0-9A75-429B1E38D08C}"/>
              </a:ext>
            </a:extLst>
          </p:cNvPr>
          <p:cNvSpPr>
            <a:spLocks noGrp="1"/>
          </p:cNvSpPr>
          <p:nvPr>
            <p:ph type="body" sz="quarter" idx="20"/>
          </p:nvPr>
        </p:nvSpPr>
        <p:spPr/>
        <p:txBody>
          <a:bodyPr/>
          <a:lstStyle/>
          <a:p>
            <a:r>
              <a:rPr kumimoji="1" lang="ko-KR" altLang="en-US" sz="1400" b="0">
                <a:latin typeface="나눔고딕" pitchFamily="2" charset="-127"/>
                <a:ea typeface="나눔고딕" pitchFamily="2" charset="-127"/>
              </a:rPr>
              <a:t>설명</a:t>
            </a:r>
            <a:endParaRPr kumimoji="1" lang="en-US" altLang="ko-KR" sz="1400" b="0">
              <a:latin typeface="나눔고딕" pitchFamily="2" charset="-127"/>
              <a:ea typeface="나눔고딕" pitchFamily="2" charset="-127"/>
            </a:endParaRPr>
          </a:p>
        </p:txBody>
      </p:sp>
      <p:sp>
        <p:nvSpPr>
          <p:cNvPr id="9" name="텍스트 개체 틀 8">
            <a:extLst>
              <a:ext uri="{FF2B5EF4-FFF2-40B4-BE49-F238E27FC236}">
                <a16:creationId xmlns:a16="http://schemas.microsoft.com/office/drawing/2014/main" id="{299FE250-3122-CD23-8A2E-B33586598854}"/>
              </a:ext>
            </a:extLst>
          </p:cNvPr>
          <p:cNvSpPr>
            <a:spLocks noGrp="1"/>
          </p:cNvSpPr>
          <p:nvPr>
            <p:ph type="body" sz="quarter" idx="21"/>
          </p:nvPr>
        </p:nvSpPr>
        <p:spPr>
          <a:xfrm>
            <a:off x="8044544" y="1664441"/>
            <a:ext cx="3980220" cy="4509590"/>
          </a:xfrm>
        </p:spPr>
        <p:txBody>
          <a:bodyPr anchor="t"/>
          <a:lstStyle/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kumimoji="1" lang="ko-KR" altLang="en-US" sz="1300" dirty="0">
                <a:latin typeface="NanumGothic" panose="020D0604000000000000" pitchFamily="34" charset="-127"/>
                <a:ea typeface="NanumGothic" panose="020D0604000000000000" pitchFamily="34" charset="-127"/>
              </a:rPr>
              <a:t>스토리지 계정 </a:t>
            </a:r>
            <a:r>
              <a:rPr kumimoji="1" lang="en-US" altLang="ko-KR" sz="1300" dirty="0">
                <a:latin typeface="NanumGothic" panose="020D0604000000000000" pitchFamily="34" charset="-127"/>
                <a:ea typeface="NanumGothic" panose="020D0604000000000000" pitchFamily="34" charset="-127"/>
              </a:rPr>
              <a:t>&gt; </a:t>
            </a:r>
            <a:r>
              <a:rPr kumimoji="1" lang="ko-KR" altLang="en-US" sz="1300" dirty="0">
                <a:latin typeface="NanumGothic" panose="020D0604000000000000" pitchFamily="34" charset="-127"/>
                <a:ea typeface="NanumGothic" panose="020D0604000000000000" pitchFamily="34" charset="-127"/>
              </a:rPr>
              <a:t>데이터 스토리지 </a:t>
            </a:r>
            <a:r>
              <a:rPr kumimoji="1" lang="en-US" altLang="ko-KR" sz="1300" dirty="0">
                <a:latin typeface="NanumGothic" panose="020D0604000000000000" pitchFamily="34" charset="-127"/>
                <a:ea typeface="NanumGothic" panose="020D0604000000000000" pitchFamily="34" charset="-127"/>
              </a:rPr>
              <a:t>&gt; </a:t>
            </a:r>
            <a:r>
              <a:rPr kumimoji="1" lang="ko-KR" altLang="en-US" sz="1300" dirty="0">
                <a:latin typeface="NanumGothic" panose="020D0604000000000000" pitchFamily="34" charset="-127"/>
                <a:ea typeface="NanumGothic" panose="020D0604000000000000" pitchFamily="34" charset="-127"/>
              </a:rPr>
              <a:t>컨테이너</a:t>
            </a:r>
            <a:endParaRPr kumimoji="1" lang="en-US" altLang="ko-KR" sz="1300" dirty="0">
              <a:latin typeface="NanumGothic" panose="020D0604000000000000" pitchFamily="34" charset="-127"/>
              <a:ea typeface="NanumGothic" panose="020D0604000000000000" pitchFamily="34" charset="-127"/>
            </a:endParaRP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kumimoji="1" lang="ko-KR" altLang="en-US" sz="1300" dirty="0">
                <a:latin typeface="NanumGothic" panose="020D0604000000000000" pitchFamily="34" charset="-127"/>
                <a:ea typeface="NanumGothic" panose="020D0604000000000000" pitchFamily="34" charset="-127"/>
              </a:rPr>
              <a:t>컨테이너 추가 클릭</a:t>
            </a:r>
            <a:endParaRPr kumimoji="1" lang="en-US" altLang="ko-KR" sz="1300" dirty="0">
              <a:latin typeface="NanumGothic" panose="020D0604000000000000" pitchFamily="34" charset="-127"/>
              <a:ea typeface="NanumGothic" panose="020D0604000000000000" pitchFamily="34" charset="-127"/>
            </a:endParaRP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kumimoji="1" lang="ko-KR" altLang="en-US" sz="1300" dirty="0">
                <a:latin typeface="NanumGothic" panose="020D0604000000000000" pitchFamily="34" charset="-127"/>
                <a:ea typeface="NanumGothic" panose="020D0604000000000000" pitchFamily="34" charset="-127"/>
              </a:rPr>
              <a:t>새 컨테이너 만들기</a:t>
            </a:r>
            <a:endParaRPr kumimoji="1" lang="en-US" altLang="ko-KR" sz="1300" dirty="0">
              <a:latin typeface="NanumGothic" panose="020D0604000000000000" pitchFamily="34" charset="-127"/>
              <a:ea typeface="NanumGothic" panose="020D0604000000000000" pitchFamily="34" charset="-127"/>
            </a:endParaRP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131CD1A-ACE9-E899-3723-BD41F701AD86}"/>
              </a:ext>
            </a:extLst>
          </p:cNvPr>
          <p:cNvSpPr txBox="1">
            <a:spLocks/>
          </p:cNvSpPr>
          <p:nvPr/>
        </p:nvSpPr>
        <p:spPr>
          <a:xfrm>
            <a:off x="5883116" y="6424779"/>
            <a:ext cx="423452" cy="365343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ctr" defTabSz="457200" rtl="0" eaLnBrk="1" latinLnBrk="0" hangingPunct="1"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DBA1B0FB-D917-4C8C-928F-313BD683BF39}" type="slidenum">
              <a:rPr lang="en-US" smtClean="0">
                <a:solidFill>
                  <a:srgbClr val="173F69"/>
                </a:solidFill>
              </a:rPr>
              <a:pPr/>
              <a:t>17</a:t>
            </a:fld>
            <a:endParaRPr lang="en-US">
              <a:solidFill>
                <a:srgbClr val="173F69"/>
              </a:solidFill>
            </a:endParaRPr>
          </a:p>
        </p:txBody>
      </p:sp>
      <p:pic>
        <p:nvPicPr>
          <p:cNvPr id="4" name="그림 3">
            <a:extLst>
              <a:ext uri="{FF2B5EF4-FFF2-40B4-BE49-F238E27FC236}">
                <a16:creationId xmlns:a16="http://schemas.microsoft.com/office/drawing/2014/main" id="{09503C08-5273-6B2A-377A-3D250D1293B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566622" y="1748972"/>
            <a:ext cx="4922148" cy="434052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40616524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9D25981-C45A-1438-A421-54224A9A36D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D15CF2E4-A0F4-F703-4055-BD81A2D05853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/>
        <p:txBody>
          <a:bodyPr/>
          <a:lstStyle/>
          <a:p>
            <a:r>
              <a:rPr kumimoji="1" lang="en-US" altLang="ko-KR" dirty="0">
                <a:latin typeface="나눔고딕" pitchFamily="2" charset="-127"/>
                <a:ea typeface="나눔고딕" pitchFamily="2" charset="-127"/>
              </a:rPr>
              <a:t>1. </a:t>
            </a:r>
            <a:r>
              <a:rPr kumimoji="1" lang="ko-KR" altLang="en-US" dirty="0">
                <a:latin typeface="나눔고딕" pitchFamily="2" charset="-127"/>
                <a:ea typeface="나눔고딕" pitchFamily="2" charset="-127"/>
              </a:rPr>
              <a:t>기본 암호화 </a:t>
            </a:r>
            <a:r>
              <a:rPr kumimoji="1" lang="en-US" altLang="ko-KR" dirty="0">
                <a:latin typeface="나눔고딕" pitchFamily="2" charset="-127"/>
                <a:ea typeface="나눔고딕" pitchFamily="2" charset="-127"/>
              </a:rPr>
              <a:t>(Microsoft </a:t>
            </a:r>
            <a:r>
              <a:rPr kumimoji="1" lang="ko-KR" altLang="en-US" dirty="0">
                <a:latin typeface="나눔고딕" pitchFamily="2" charset="-127"/>
                <a:ea typeface="나눔고딕" pitchFamily="2" charset="-127"/>
              </a:rPr>
              <a:t>관리 키</a:t>
            </a:r>
            <a:r>
              <a:rPr kumimoji="1" lang="en-US" altLang="ko-KR" dirty="0">
                <a:latin typeface="나눔고딕" pitchFamily="2" charset="-127"/>
                <a:ea typeface="나눔고딕" pitchFamily="2" charset="-127"/>
              </a:rPr>
              <a:t>)</a:t>
            </a:r>
            <a:endParaRPr kumimoji="1" lang="ko-KR" altLang="en-US" dirty="0">
              <a:latin typeface="나눔고딕" pitchFamily="2" charset="-127"/>
              <a:ea typeface="나눔고딕" pitchFamily="2" charset="-127"/>
            </a:endParaRPr>
          </a:p>
        </p:txBody>
      </p:sp>
      <p:sp>
        <p:nvSpPr>
          <p:cNvPr id="5" name="텍스트 개체 틀 4">
            <a:extLst>
              <a:ext uri="{FF2B5EF4-FFF2-40B4-BE49-F238E27FC236}">
                <a16:creationId xmlns:a16="http://schemas.microsoft.com/office/drawing/2014/main" id="{B74E513E-010A-61DF-1FEA-60E585FF2243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167237" y="757921"/>
            <a:ext cx="10592845" cy="350285"/>
          </a:xfrm>
        </p:spPr>
        <p:txBody>
          <a:bodyPr vert="horz" lIns="91440" tIns="45720" rIns="91440" bIns="45720" rtlCol="0" anchor="ctr">
            <a:noAutofit/>
          </a:bodyPr>
          <a:lstStyle/>
          <a:p>
            <a:r>
              <a:rPr lang="en-US" altLang="ko-KR" sz="1400" dirty="0">
                <a:solidFill>
                  <a:srgbClr val="1F3B63"/>
                </a:solidFill>
                <a:latin typeface="나눔고딕" pitchFamily="2" charset="-127"/>
                <a:ea typeface="나눔고딕" pitchFamily="2" charset="-127"/>
              </a:rPr>
              <a:t>1-5-2. </a:t>
            </a:r>
            <a:r>
              <a:rPr lang="ko-KR" altLang="en-US" sz="1400" dirty="0">
                <a:solidFill>
                  <a:srgbClr val="1F3B63"/>
                </a:solidFill>
                <a:latin typeface="나눔고딕" pitchFamily="2" charset="-127"/>
                <a:ea typeface="나눔고딕" pitchFamily="2" charset="-127"/>
              </a:rPr>
              <a:t>테스트 파일 업로드</a:t>
            </a:r>
          </a:p>
        </p:txBody>
      </p:sp>
      <p:sp>
        <p:nvSpPr>
          <p:cNvPr id="7" name="텍스트 개체 틀 6">
            <a:extLst>
              <a:ext uri="{FF2B5EF4-FFF2-40B4-BE49-F238E27FC236}">
                <a16:creationId xmlns:a16="http://schemas.microsoft.com/office/drawing/2014/main" id="{FAA21803-659B-E35C-6DF4-8C7E9D055DBA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/>
        <p:txBody>
          <a:bodyPr/>
          <a:lstStyle/>
          <a:p>
            <a:r>
              <a:rPr kumimoji="1" lang="ko-KR" altLang="en-US" sz="1400" b="0">
                <a:latin typeface="나눔고딕" pitchFamily="2" charset="-127"/>
                <a:ea typeface="나눔고딕" pitchFamily="2" charset="-127"/>
              </a:rPr>
              <a:t>이미지</a:t>
            </a:r>
          </a:p>
        </p:txBody>
      </p:sp>
      <p:sp>
        <p:nvSpPr>
          <p:cNvPr id="8" name="텍스트 개체 틀 7">
            <a:extLst>
              <a:ext uri="{FF2B5EF4-FFF2-40B4-BE49-F238E27FC236}">
                <a16:creationId xmlns:a16="http://schemas.microsoft.com/office/drawing/2014/main" id="{01A62C65-13A0-9D34-3169-41A115321521}"/>
              </a:ext>
            </a:extLst>
          </p:cNvPr>
          <p:cNvSpPr>
            <a:spLocks noGrp="1"/>
          </p:cNvSpPr>
          <p:nvPr>
            <p:ph type="body" sz="quarter" idx="20"/>
          </p:nvPr>
        </p:nvSpPr>
        <p:spPr/>
        <p:txBody>
          <a:bodyPr/>
          <a:lstStyle/>
          <a:p>
            <a:r>
              <a:rPr kumimoji="1" lang="ko-KR" altLang="en-US" sz="1400" b="0">
                <a:latin typeface="나눔고딕" pitchFamily="2" charset="-127"/>
                <a:ea typeface="나눔고딕" pitchFamily="2" charset="-127"/>
              </a:rPr>
              <a:t>설명</a:t>
            </a:r>
            <a:endParaRPr kumimoji="1" lang="en-US" altLang="ko-KR" sz="1400" b="0">
              <a:latin typeface="나눔고딕" pitchFamily="2" charset="-127"/>
              <a:ea typeface="나눔고딕" pitchFamily="2" charset="-127"/>
            </a:endParaRPr>
          </a:p>
        </p:txBody>
      </p:sp>
      <p:sp>
        <p:nvSpPr>
          <p:cNvPr id="9" name="텍스트 개체 틀 8">
            <a:extLst>
              <a:ext uri="{FF2B5EF4-FFF2-40B4-BE49-F238E27FC236}">
                <a16:creationId xmlns:a16="http://schemas.microsoft.com/office/drawing/2014/main" id="{DCB598A5-B164-8750-E5BA-2F06671F113B}"/>
              </a:ext>
            </a:extLst>
          </p:cNvPr>
          <p:cNvSpPr>
            <a:spLocks noGrp="1"/>
          </p:cNvSpPr>
          <p:nvPr>
            <p:ph type="body" sz="quarter" idx="21"/>
          </p:nvPr>
        </p:nvSpPr>
        <p:spPr>
          <a:xfrm>
            <a:off x="8044544" y="1664441"/>
            <a:ext cx="3980220" cy="4509590"/>
          </a:xfrm>
        </p:spPr>
        <p:txBody>
          <a:bodyPr anchor="t"/>
          <a:lstStyle/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kumimoji="1" lang="ko-KR" altLang="en-US" sz="1300" dirty="0">
                <a:latin typeface="NanumGothic" panose="020D0604000000000000" pitchFamily="34" charset="-127"/>
                <a:ea typeface="NanumGothic" panose="020D0604000000000000" pitchFamily="34" charset="-127"/>
              </a:rPr>
              <a:t>새 컨테이너 클릭 후 </a:t>
            </a:r>
            <a:r>
              <a:rPr kumimoji="1" lang="en-US" altLang="ko-KR" sz="1300" dirty="0">
                <a:latin typeface="NanumGothic" panose="020D0604000000000000" pitchFamily="34" charset="-127"/>
                <a:ea typeface="NanumGothic" panose="020D0604000000000000" pitchFamily="34" charset="-127"/>
              </a:rPr>
              <a:t>‘</a:t>
            </a:r>
            <a:r>
              <a:rPr kumimoji="1" lang="ko-KR" altLang="en-US" sz="1300" dirty="0">
                <a:latin typeface="NanumGothic" panose="020D0604000000000000" pitchFamily="34" charset="-127"/>
                <a:ea typeface="NanumGothic" panose="020D0604000000000000" pitchFamily="34" charset="-127"/>
              </a:rPr>
              <a:t>업로드</a:t>
            </a:r>
            <a:r>
              <a:rPr kumimoji="1" lang="en-US" altLang="ko-KR" sz="1300" dirty="0">
                <a:latin typeface="NanumGothic" panose="020D0604000000000000" pitchFamily="34" charset="-127"/>
                <a:ea typeface="NanumGothic" panose="020D0604000000000000" pitchFamily="34" charset="-127"/>
              </a:rPr>
              <a:t>‘ </a:t>
            </a:r>
            <a:r>
              <a:rPr kumimoji="1" lang="ko-KR" altLang="en-US" sz="1300" dirty="0">
                <a:latin typeface="NanumGothic" panose="020D0604000000000000" pitchFamily="34" charset="-127"/>
                <a:ea typeface="NanumGothic" panose="020D0604000000000000" pitchFamily="34" charset="-127"/>
              </a:rPr>
              <a:t>클릭</a:t>
            </a:r>
            <a:endParaRPr kumimoji="1" lang="en-US" altLang="ko-KR" sz="1300" dirty="0">
              <a:latin typeface="NanumGothic" panose="020D0604000000000000" pitchFamily="34" charset="-127"/>
              <a:ea typeface="NanumGothic" panose="020D0604000000000000" pitchFamily="34" charset="-127"/>
            </a:endParaRP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kumimoji="1" lang="ko-KR" altLang="en-US" sz="1300" dirty="0">
                <a:latin typeface="NanumGothic" panose="020D0604000000000000" pitchFamily="34" charset="-127"/>
                <a:ea typeface="NanumGothic" panose="020D0604000000000000" pitchFamily="34" charset="-127"/>
              </a:rPr>
              <a:t>테스트용 파일</a:t>
            </a:r>
            <a:r>
              <a:rPr kumimoji="1" lang="en-US" altLang="ko-KR" sz="1300" dirty="0">
                <a:latin typeface="NanumGothic" panose="020D0604000000000000" pitchFamily="34" charset="-127"/>
                <a:ea typeface="NanumGothic" panose="020D0604000000000000" pitchFamily="34" charset="-127"/>
              </a:rPr>
              <a:t>(.</a:t>
            </a:r>
            <a:r>
              <a:rPr kumimoji="1" lang="en-US" altLang="ko-KR" sz="1300" dirty="0" err="1">
                <a:latin typeface="NanumGothic" panose="020D0604000000000000" pitchFamily="34" charset="-127"/>
                <a:ea typeface="NanumGothic" panose="020D0604000000000000" pitchFamily="34" charset="-127"/>
              </a:rPr>
              <a:t>json</a:t>
            </a:r>
            <a:r>
              <a:rPr kumimoji="1" lang="en-US" altLang="ko-KR" sz="1300" dirty="0">
                <a:latin typeface="NanumGothic" panose="020D0604000000000000" pitchFamily="34" charset="-127"/>
                <a:ea typeface="NanumGothic" panose="020D0604000000000000" pitchFamily="34" charset="-127"/>
              </a:rPr>
              <a:t>, .log, .csv </a:t>
            </a:r>
            <a:r>
              <a:rPr kumimoji="1" lang="ko-KR" altLang="en-US" sz="1300" dirty="0">
                <a:latin typeface="NanumGothic" panose="020D0604000000000000" pitchFamily="34" charset="-127"/>
                <a:ea typeface="NanumGothic" panose="020D0604000000000000" pitchFamily="34" charset="-127"/>
              </a:rPr>
              <a:t>등</a:t>
            </a:r>
            <a:r>
              <a:rPr kumimoji="1" lang="en-US" altLang="ko-KR" sz="1300" dirty="0">
                <a:latin typeface="NanumGothic" panose="020D0604000000000000" pitchFamily="34" charset="-127"/>
                <a:ea typeface="NanumGothic" panose="020D0604000000000000" pitchFamily="34" charset="-127"/>
              </a:rPr>
              <a:t>) </a:t>
            </a:r>
            <a:r>
              <a:rPr kumimoji="1" lang="ko-KR" altLang="en-US" sz="1300" dirty="0">
                <a:latin typeface="NanumGothic" panose="020D0604000000000000" pitchFamily="34" charset="-127"/>
                <a:ea typeface="NanumGothic" panose="020D0604000000000000" pitchFamily="34" charset="-127"/>
              </a:rPr>
              <a:t>업로드</a:t>
            </a:r>
            <a:endParaRPr kumimoji="1" lang="en-US" altLang="ko-KR" sz="1300" dirty="0">
              <a:latin typeface="NanumGothic" panose="020D0604000000000000" pitchFamily="34" charset="-127"/>
              <a:ea typeface="NanumGothic" panose="020D0604000000000000" pitchFamily="34" charset="-127"/>
            </a:endParaRP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932366D-3A2A-9364-5E38-EBA8B4C818A1}"/>
              </a:ext>
            </a:extLst>
          </p:cNvPr>
          <p:cNvSpPr txBox="1">
            <a:spLocks/>
          </p:cNvSpPr>
          <p:nvPr/>
        </p:nvSpPr>
        <p:spPr>
          <a:xfrm>
            <a:off x="5883116" y="6424779"/>
            <a:ext cx="423452" cy="365343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ctr" defTabSz="457200" rtl="0" eaLnBrk="1" latinLnBrk="0" hangingPunct="1"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DBA1B0FB-D917-4C8C-928F-313BD683BF39}" type="slidenum">
              <a:rPr lang="en-US" smtClean="0">
                <a:solidFill>
                  <a:srgbClr val="173F69"/>
                </a:solidFill>
              </a:rPr>
              <a:pPr/>
              <a:t>18</a:t>
            </a:fld>
            <a:endParaRPr lang="en-US">
              <a:solidFill>
                <a:srgbClr val="173F69"/>
              </a:solidFill>
            </a:endParaRPr>
          </a:p>
        </p:txBody>
      </p:sp>
      <p:pic>
        <p:nvPicPr>
          <p:cNvPr id="10" name="그림 9">
            <a:extLst>
              <a:ext uri="{FF2B5EF4-FFF2-40B4-BE49-F238E27FC236}">
                <a16:creationId xmlns:a16="http://schemas.microsoft.com/office/drawing/2014/main" id="{397AB641-EEF1-D1EA-1AE3-29B07536E92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9563" y="2189329"/>
            <a:ext cx="7496265" cy="345981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14705751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E824288-29B4-C472-C90C-5CA21C17DBC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343CC636-26A1-80C0-D6B1-EB09FCD96337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/>
        <p:txBody>
          <a:bodyPr/>
          <a:lstStyle/>
          <a:p>
            <a:r>
              <a:rPr kumimoji="1" lang="en-US" altLang="ko-KR" dirty="0">
                <a:latin typeface="나눔고딕" pitchFamily="2" charset="-127"/>
                <a:ea typeface="나눔고딕" pitchFamily="2" charset="-127"/>
              </a:rPr>
              <a:t>1. </a:t>
            </a:r>
            <a:r>
              <a:rPr kumimoji="1" lang="ko-KR" altLang="en-US" dirty="0">
                <a:latin typeface="나눔고딕" pitchFamily="2" charset="-127"/>
                <a:ea typeface="나눔고딕" pitchFamily="2" charset="-127"/>
              </a:rPr>
              <a:t>기본 암호화 </a:t>
            </a:r>
            <a:r>
              <a:rPr kumimoji="1" lang="en-US" altLang="ko-KR" dirty="0">
                <a:latin typeface="나눔고딕" pitchFamily="2" charset="-127"/>
                <a:ea typeface="나눔고딕" pitchFamily="2" charset="-127"/>
              </a:rPr>
              <a:t>(Microsoft </a:t>
            </a:r>
            <a:r>
              <a:rPr kumimoji="1" lang="ko-KR" altLang="en-US" dirty="0">
                <a:latin typeface="나눔고딕" pitchFamily="2" charset="-127"/>
                <a:ea typeface="나눔고딕" pitchFamily="2" charset="-127"/>
              </a:rPr>
              <a:t>관리 키</a:t>
            </a:r>
            <a:r>
              <a:rPr kumimoji="1" lang="en-US" altLang="ko-KR" dirty="0">
                <a:latin typeface="나눔고딕" pitchFamily="2" charset="-127"/>
                <a:ea typeface="나눔고딕" pitchFamily="2" charset="-127"/>
              </a:rPr>
              <a:t>)</a:t>
            </a:r>
            <a:endParaRPr kumimoji="1" lang="ko-KR" altLang="en-US" dirty="0">
              <a:latin typeface="나눔고딕" pitchFamily="2" charset="-127"/>
              <a:ea typeface="나눔고딕" pitchFamily="2" charset="-127"/>
            </a:endParaRPr>
          </a:p>
        </p:txBody>
      </p:sp>
      <p:sp>
        <p:nvSpPr>
          <p:cNvPr id="5" name="텍스트 개체 틀 4">
            <a:extLst>
              <a:ext uri="{FF2B5EF4-FFF2-40B4-BE49-F238E27FC236}">
                <a16:creationId xmlns:a16="http://schemas.microsoft.com/office/drawing/2014/main" id="{A0DB816E-A476-B5D6-0C9A-8982A49834C2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167237" y="757921"/>
            <a:ext cx="10592845" cy="350285"/>
          </a:xfrm>
        </p:spPr>
        <p:txBody>
          <a:bodyPr vert="horz" lIns="91440" tIns="45720" rIns="91440" bIns="45720" rtlCol="0" anchor="ctr">
            <a:noAutofit/>
          </a:bodyPr>
          <a:lstStyle/>
          <a:p>
            <a:r>
              <a:rPr lang="en-US" altLang="ko-KR" sz="1400" dirty="0">
                <a:solidFill>
                  <a:srgbClr val="1F3B63"/>
                </a:solidFill>
                <a:latin typeface="나눔고딕" pitchFamily="2" charset="-127"/>
                <a:ea typeface="나눔고딕" pitchFamily="2" charset="-127"/>
              </a:rPr>
              <a:t>1-5-3. </a:t>
            </a:r>
            <a:r>
              <a:rPr lang="ko-KR" altLang="en-US" sz="1400" dirty="0" err="1">
                <a:solidFill>
                  <a:srgbClr val="1F3B63"/>
                </a:solidFill>
                <a:latin typeface="나눔고딕" pitchFamily="2" charset="-127"/>
                <a:ea typeface="나눔고딕" pitchFamily="2" charset="-127"/>
              </a:rPr>
              <a:t>함수앱</a:t>
            </a:r>
            <a:r>
              <a:rPr lang="ko-KR" altLang="en-US" sz="1400" dirty="0">
                <a:solidFill>
                  <a:srgbClr val="1F3B63"/>
                </a:solidFill>
                <a:latin typeface="나눔고딕" pitchFamily="2" charset="-127"/>
                <a:ea typeface="나눔고딕" pitchFamily="2" charset="-127"/>
              </a:rPr>
              <a:t> 로그 확인</a:t>
            </a:r>
          </a:p>
        </p:txBody>
      </p:sp>
      <p:sp>
        <p:nvSpPr>
          <p:cNvPr id="7" name="텍스트 개체 틀 6">
            <a:extLst>
              <a:ext uri="{FF2B5EF4-FFF2-40B4-BE49-F238E27FC236}">
                <a16:creationId xmlns:a16="http://schemas.microsoft.com/office/drawing/2014/main" id="{6209D6C3-C016-0463-4CED-DB06C1CC6A0B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/>
        <p:txBody>
          <a:bodyPr/>
          <a:lstStyle/>
          <a:p>
            <a:r>
              <a:rPr kumimoji="1" lang="ko-KR" altLang="en-US" sz="1400" b="0">
                <a:latin typeface="나눔고딕" pitchFamily="2" charset="-127"/>
                <a:ea typeface="나눔고딕" pitchFamily="2" charset="-127"/>
              </a:rPr>
              <a:t>이미지</a:t>
            </a:r>
          </a:p>
        </p:txBody>
      </p:sp>
      <p:sp>
        <p:nvSpPr>
          <p:cNvPr id="8" name="텍스트 개체 틀 7">
            <a:extLst>
              <a:ext uri="{FF2B5EF4-FFF2-40B4-BE49-F238E27FC236}">
                <a16:creationId xmlns:a16="http://schemas.microsoft.com/office/drawing/2014/main" id="{EC32E7CC-AF83-CBB9-3DC4-00CF8898D385}"/>
              </a:ext>
            </a:extLst>
          </p:cNvPr>
          <p:cNvSpPr>
            <a:spLocks noGrp="1"/>
          </p:cNvSpPr>
          <p:nvPr>
            <p:ph type="body" sz="quarter" idx="20"/>
          </p:nvPr>
        </p:nvSpPr>
        <p:spPr/>
        <p:txBody>
          <a:bodyPr/>
          <a:lstStyle/>
          <a:p>
            <a:r>
              <a:rPr kumimoji="1" lang="ko-KR" altLang="en-US" sz="1400" b="0">
                <a:latin typeface="나눔고딕" pitchFamily="2" charset="-127"/>
                <a:ea typeface="나눔고딕" pitchFamily="2" charset="-127"/>
              </a:rPr>
              <a:t>설명</a:t>
            </a:r>
            <a:endParaRPr kumimoji="1" lang="en-US" altLang="ko-KR" sz="1400" b="0">
              <a:latin typeface="나눔고딕" pitchFamily="2" charset="-127"/>
              <a:ea typeface="나눔고딕" pitchFamily="2" charset="-127"/>
            </a:endParaRPr>
          </a:p>
        </p:txBody>
      </p:sp>
      <p:sp>
        <p:nvSpPr>
          <p:cNvPr id="9" name="텍스트 개체 틀 8">
            <a:extLst>
              <a:ext uri="{FF2B5EF4-FFF2-40B4-BE49-F238E27FC236}">
                <a16:creationId xmlns:a16="http://schemas.microsoft.com/office/drawing/2014/main" id="{62567EE6-77E0-9712-E602-222D326535A4}"/>
              </a:ext>
            </a:extLst>
          </p:cNvPr>
          <p:cNvSpPr>
            <a:spLocks noGrp="1"/>
          </p:cNvSpPr>
          <p:nvPr>
            <p:ph type="body" sz="quarter" idx="21"/>
          </p:nvPr>
        </p:nvSpPr>
        <p:spPr>
          <a:xfrm>
            <a:off x="8044544" y="1664441"/>
            <a:ext cx="3980220" cy="4509590"/>
          </a:xfrm>
        </p:spPr>
        <p:txBody>
          <a:bodyPr anchor="t"/>
          <a:lstStyle/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kumimoji="1" lang="en-US" altLang="ko-KR" sz="1300" dirty="0" err="1">
                <a:latin typeface="NanumGothic" panose="020D0604000000000000" pitchFamily="34" charset="-127"/>
                <a:ea typeface="NanumGothic" panose="020D0604000000000000" pitchFamily="34" charset="-127"/>
              </a:rPr>
              <a:t>SUMOBRTaskProducer</a:t>
            </a:r>
            <a:r>
              <a:rPr kumimoji="1" lang="en-US" altLang="ko-KR" sz="1300" dirty="0">
                <a:latin typeface="NanumGothic" panose="020D0604000000000000" pitchFamily="34" charset="-127"/>
                <a:ea typeface="NanumGothic" panose="020D0604000000000000" pitchFamily="34" charset="-127"/>
              </a:rPr>
              <a:t>&lt;prefix&gt;</a:t>
            </a:r>
            <a:r>
              <a:rPr kumimoji="1" lang="ko-KR" altLang="en-US" sz="1300" dirty="0">
                <a:latin typeface="NanumGothic" panose="020D0604000000000000" pitchFamily="34" charset="-127"/>
                <a:ea typeface="NanumGothic" panose="020D0604000000000000" pitchFamily="34" charset="-127"/>
              </a:rPr>
              <a:t>의 </a:t>
            </a:r>
            <a:r>
              <a:rPr kumimoji="1" lang="en-US" altLang="ko-KR" sz="1300" dirty="0" err="1">
                <a:latin typeface="NanumGothic" panose="020D0604000000000000" pitchFamily="34" charset="-127"/>
                <a:ea typeface="NanumGothic" panose="020D0604000000000000" pitchFamily="34" charset="-127"/>
              </a:rPr>
              <a:t>BlobTaskProducer</a:t>
            </a:r>
            <a:r>
              <a:rPr kumimoji="1" lang="en-US" altLang="ko-KR" sz="1300" dirty="0">
                <a:latin typeface="NanumGothic" panose="020D0604000000000000" pitchFamily="34" charset="-127"/>
                <a:ea typeface="NanumGothic" panose="020D0604000000000000" pitchFamily="34" charset="-127"/>
              </a:rPr>
              <a:t> </a:t>
            </a:r>
            <a:r>
              <a:rPr kumimoji="1" lang="ko-KR" altLang="en-US" sz="1300" dirty="0">
                <a:latin typeface="NanumGothic" panose="020D0604000000000000" pitchFamily="34" charset="-127"/>
                <a:ea typeface="NanumGothic" panose="020D0604000000000000" pitchFamily="34" charset="-127"/>
              </a:rPr>
              <a:t>클릭</a:t>
            </a:r>
            <a:endParaRPr kumimoji="1" lang="en-US" altLang="ko-KR" sz="1300" dirty="0">
              <a:latin typeface="NanumGothic" panose="020D0604000000000000" pitchFamily="34" charset="-127"/>
              <a:ea typeface="NanumGothic" panose="020D0604000000000000" pitchFamily="34" charset="-127"/>
            </a:endParaRP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9878F9C-34F6-9FDF-C2DA-227C57A48ABA}"/>
              </a:ext>
            </a:extLst>
          </p:cNvPr>
          <p:cNvSpPr txBox="1">
            <a:spLocks/>
          </p:cNvSpPr>
          <p:nvPr/>
        </p:nvSpPr>
        <p:spPr>
          <a:xfrm>
            <a:off x="5883116" y="6424779"/>
            <a:ext cx="423452" cy="365343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ctr" defTabSz="457200" rtl="0" eaLnBrk="1" latinLnBrk="0" hangingPunct="1"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DBA1B0FB-D917-4C8C-928F-313BD683BF39}" type="slidenum">
              <a:rPr lang="en-US" smtClean="0">
                <a:solidFill>
                  <a:srgbClr val="173F69"/>
                </a:solidFill>
              </a:rPr>
              <a:pPr/>
              <a:t>19</a:t>
            </a:fld>
            <a:endParaRPr lang="en-US">
              <a:solidFill>
                <a:srgbClr val="173F69"/>
              </a:solidFill>
            </a:endParaRPr>
          </a:p>
        </p:txBody>
      </p:sp>
      <p:pic>
        <p:nvPicPr>
          <p:cNvPr id="2" name="그림 1">
            <a:extLst>
              <a:ext uri="{FF2B5EF4-FFF2-40B4-BE49-F238E27FC236}">
                <a16:creationId xmlns:a16="http://schemas.microsoft.com/office/drawing/2014/main" id="{D1C3268E-F449-59F9-FBFC-87C2B98F84E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553952" y="1843687"/>
            <a:ext cx="4947487" cy="415109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72183602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44905C5-A613-757E-AE74-9DE2C047830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D346E412-7110-4338-37C2-B31DD3FC82D6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/>
        <p:txBody>
          <a:bodyPr/>
          <a:lstStyle/>
          <a:p>
            <a:r>
              <a:rPr kumimoji="1" lang="en-US" altLang="ko-KR" dirty="0">
                <a:latin typeface="나눔고딕" pitchFamily="2" charset="-127"/>
                <a:ea typeface="나눔고딕" pitchFamily="2" charset="-127"/>
              </a:rPr>
              <a:t>1. </a:t>
            </a:r>
            <a:r>
              <a:rPr kumimoji="1" lang="ko-KR" altLang="en-US" dirty="0">
                <a:latin typeface="나눔고딕" pitchFamily="2" charset="-127"/>
                <a:ea typeface="나눔고딕" pitchFamily="2" charset="-127"/>
              </a:rPr>
              <a:t>기본 암호화 </a:t>
            </a:r>
            <a:r>
              <a:rPr kumimoji="1" lang="en-US" altLang="ko-KR" dirty="0">
                <a:latin typeface="나눔고딕" pitchFamily="2" charset="-127"/>
                <a:ea typeface="나눔고딕" pitchFamily="2" charset="-127"/>
              </a:rPr>
              <a:t>(Microsoft </a:t>
            </a:r>
            <a:r>
              <a:rPr kumimoji="1" lang="ko-KR" altLang="en-US" dirty="0">
                <a:latin typeface="나눔고딕" pitchFamily="2" charset="-127"/>
                <a:ea typeface="나눔고딕" pitchFamily="2" charset="-127"/>
              </a:rPr>
              <a:t>관리 키</a:t>
            </a:r>
            <a:r>
              <a:rPr kumimoji="1" lang="en-US" altLang="ko-KR" dirty="0">
                <a:latin typeface="나눔고딕" pitchFamily="2" charset="-127"/>
                <a:ea typeface="나눔고딕" pitchFamily="2" charset="-127"/>
              </a:rPr>
              <a:t>)</a:t>
            </a:r>
            <a:endParaRPr kumimoji="1" lang="ko-KR" altLang="en-US" dirty="0">
              <a:latin typeface="나눔고딕" pitchFamily="2" charset="-127"/>
              <a:ea typeface="나눔고딕" pitchFamily="2" charset="-127"/>
            </a:endParaRPr>
          </a:p>
        </p:txBody>
      </p:sp>
      <p:sp>
        <p:nvSpPr>
          <p:cNvPr id="5" name="텍스트 개체 틀 4">
            <a:extLst>
              <a:ext uri="{FF2B5EF4-FFF2-40B4-BE49-F238E27FC236}">
                <a16:creationId xmlns:a16="http://schemas.microsoft.com/office/drawing/2014/main" id="{4D7E8577-B7A9-16F1-09D4-952EC35D30D6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167237" y="757921"/>
            <a:ext cx="10592845" cy="350285"/>
          </a:xfrm>
        </p:spPr>
        <p:txBody>
          <a:bodyPr vert="horz" lIns="91440" tIns="45720" rIns="91440" bIns="45720" rtlCol="0" anchor="ctr">
            <a:noAutofit/>
          </a:bodyPr>
          <a:lstStyle/>
          <a:p>
            <a:r>
              <a:rPr lang="en-US" altLang="ko-KR" sz="1400" dirty="0">
                <a:solidFill>
                  <a:srgbClr val="1F3B63"/>
                </a:solidFill>
                <a:latin typeface="나눔고딕" pitchFamily="2" charset="-127"/>
                <a:ea typeface="나눔고딕" pitchFamily="2" charset="-127"/>
              </a:rPr>
              <a:t>1-5-4. </a:t>
            </a:r>
            <a:r>
              <a:rPr lang="ko-KR" altLang="en-US" sz="1400" dirty="0" err="1">
                <a:solidFill>
                  <a:srgbClr val="1F3B63"/>
                </a:solidFill>
                <a:latin typeface="나눔고딕" pitchFamily="2" charset="-127"/>
                <a:ea typeface="나눔고딕" pitchFamily="2" charset="-127"/>
              </a:rPr>
              <a:t>함수앱</a:t>
            </a:r>
            <a:r>
              <a:rPr lang="ko-KR" altLang="en-US" sz="1400" dirty="0">
                <a:solidFill>
                  <a:srgbClr val="1F3B63"/>
                </a:solidFill>
                <a:latin typeface="나눔고딕" pitchFamily="2" charset="-127"/>
                <a:ea typeface="나눔고딕" pitchFamily="2" charset="-127"/>
              </a:rPr>
              <a:t> 로그 확인</a:t>
            </a:r>
          </a:p>
        </p:txBody>
      </p:sp>
      <p:sp>
        <p:nvSpPr>
          <p:cNvPr id="7" name="텍스트 개체 틀 6">
            <a:extLst>
              <a:ext uri="{FF2B5EF4-FFF2-40B4-BE49-F238E27FC236}">
                <a16:creationId xmlns:a16="http://schemas.microsoft.com/office/drawing/2014/main" id="{0712CBCD-EEB4-D1EA-4B36-E8C5FDE47D6C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/>
        <p:txBody>
          <a:bodyPr/>
          <a:lstStyle/>
          <a:p>
            <a:r>
              <a:rPr kumimoji="1" lang="ko-KR" altLang="en-US" sz="1400" b="0">
                <a:latin typeface="나눔고딕" pitchFamily="2" charset="-127"/>
                <a:ea typeface="나눔고딕" pitchFamily="2" charset="-127"/>
              </a:rPr>
              <a:t>이미지</a:t>
            </a:r>
          </a:p>
        </p:txBody>
      </p:sp>
      <p:sp>
        <p:nvSpPr>
          <p:cNvPr id="8" name="텍스트 개체 틀 7">
            <a:extLst>
              <a:ext uri="{FF2B5EF4-FFF2-40B4-BE49-F238E27FC236}">
                <a16:creationId xmlns:a16="http://schemas.microsoft.com/office/drawing/2014/main" id="{FA2616B3-3BD4-77B4-AB30-39E5AF0188D2}"/>
              </a:ext>
            </a:extLst>
          </p:cNvPr>
          <p:cNvSpPr>
            <a:spLocks noGrp="1"/>
          </p:cNvSpPr>
          <p:nvPr>
            <p:ph type="body" sz="quarter" idx="20"/>
          </p:nvPr>
        </p:nvSpPr>
        <p:spPr/>
        <p:txBody>
          <a:bodyPr/>
          <a:lstStyle/>
          <a:p>
            <a:r>
              <a:rPr kumimoji="1" lang="ko-KR" altLang="en-US" sz="1400" b="0">
                <a:latin typeface="나눔고딕" pitchFamily="2" charset="-127"/>
                <a:ea typeface="나눔고딕" pitchFamily="2" charset="-127"/>
              </a:rPr>
              <a:t>설명</a:t>
            </a:r>
            <a:endParaRPr kumimoji="1" lang="en-US" altLang="ko-KR" sz="1400" b="0">
              <a:latin typeface="나눔고딕" pitchFamily="2" charset="-127"/>
              <a:ea typeface="나눔고딕" pitchFamily="2" charset="-127"/>
            </a:endParaRPr>
          </a:p>
        </p:txBody>
      </p:sp>
      <p:sp>
        <p:nvSpPr>
          <p:cNvPr id="9" name="텍스트 개체 틀 8">
            <a:extLst>
              <a:ext uri="{FF2B5EF4-FFF2-40B4-BE49-F238E27FC236}">
                <a16:creationId xmlns:a16="http://schemas.microsoft.com/office/drawing/2014/main" id="{A173922F-A618-B6B6-DD20-66FD6EC45D8E}"/>
              </a:ext>
            </a:extLst>
          </p:cNvPr>
          <p:cNvSpPr>
            <a:spLocks noGrp="1"/>
          </p:cNvSpPr>
          <p:nvPr>
            <p:ph type="body" sz="quarter" idx="21"/>
          </p:nvPr>
        </p:nvSpPr>
        <p:spPr>
          <a:xfrm>
            <a:off x="8044544" y="1664441"/>
            <a:ext cx="3980220" cy="4509590"/>
          </a:xfrm>
        </p:spPr>
        <p:txBody>
          <a:bodyPr anchor="t"/>
          <a:lstStyle/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kumimoji="1" lang="ko-KR" altLang="en-US" sz="1300" dirty="0">
                <a:latin typeface="NanumGothic" panose="020D0604000000000000" pitchFamily="34" charset="-127"/>
                <a:ea typeface="NanumGothic" panose="020D0604000000000000" pitchFamily="34" charset="-127"/>
              </a:rPr>
              <a:t>로그 탭을 눌렀을 때 오류 메시지 있으면 로그가 정상 전송되지 않음</a:t>
            </a:r>
            <a:endParaRPr kumimoji="1" lang="en-US" altLang="ko-KR" sz="1300" dirty="0">
              <a:latin typeface="NanumGothic" panose="020D0604000000000000" pitchFamily="34" charset="-127"/>
              <a:ea typeface="NanumGothic" panose="020D0604000000000000" pitchFamily="34" charset="-127"/>
            </a:endParaRP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08D9E60-A400-AB5D-918B-19AAD408DED4}"/>
              </a:ext>
            </a:extLst>
          </p:cNvPr>
          <p:cNvSpPr txBox="1">
            <a:spLocks/>
          </p:cNvSpPr>
          <p:nvPr/>
        </p:nvSpPr>
        <p:spPr>
          <a:xfrm>
            <a:off x="5883116" y="6424779"/>
            <a:ext cx="423452" cy="365343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ctr" defTabSz="457200" rtl="0" eaLnBrk="1" latinLnBrk="0" hangingPunct="1"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DBA1B0FB-D917-4C8C-928F-313BD683BF39}" type="slidenum">
              <a:rPr lang="en-US" smtClean="0">
                <a:solidFill>
                  <a:srgbClr val="173F69"/>
                </a:solidFill>
              </a:rPr>
              <a:pPr/>
              <a:t>20</a:t>
            </a:fld>
            <a:endParaRPr lang="en-US">
              <a:solidFill>
                <a:srgbClr val="173F69"/>
              </a:solidFill>
            </a:endParaRPr>
          </a:p>
        </p:txBody>
      </p:sp>
      <p:pic>
        <p:nvPicPr>
          <p:cNvPr id="4" name="그림 3">
            <a:extLst>
              <a:ext uri="{FF2B5EF4-FFF2-40B4-BE49-F238E27FC236}">
                <a16:creationId xmlns:a16="http://schemas.microsoft.com/office/drawing/2014/main" id="{44D1A9AF-CDD6-B015-4455-20636682673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95798" y="2112123"/>
            <a:ext cx="7463796" cy="361422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57797138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6185AE4-8FD1-45E1-9B72-0CCFA7DBEB3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8EB7E86E-A884-F69E-7109-3276829220F1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/>
        <p:txBody>
          <a:bodyPr/>
          <a:lstStyle/>
          <a:p>
            <a:r>
              <a:rPr kumimoji="1" lang="en-US" altLang="ko-KR" dirty="0">
                <a:latin typeface="나눔고딕" pitchFamily="2" charset="-127"/>
                <a:ea typeface="나눔고딕" pitchFamily="2" charset="-127"/>
              </a:rPr>
              <a:t>1. </a:t>
            </a:r>
            <a:r>
              <a:rPr kumimoji="1" lang="ko-KR" altLang="en-US" dirty="0">
                <a:latin typeface="나눔고딕" pitchFamily="2" charset="-127"/>
                <a:ea typeface="나눔고딕" pitchFamily="2" charset="-127"/>
              </a:rPr>
              <a:t>기본 암호화 </a:t>
            </a:r>
            <a:r>
              <a:rPr kumimoji="1" lang="en-US" altLang="ko-KR" dirty="0">
                <a:latin typeface="나눔고딕" pitchFamily="2" charset="-127"/>
                <a:ea typeface="나눔고딕" pitchFamily="2" charset="-127"/>
              </a:rPr>
              <a:t>(Microsoft </a:t>
            </a:r>
            <a:r>
              <a:rPr kumimoji="1" lang="ko-KR" altLang="en-US" dirty="0">
                <a:latin typeface="나눔고딕" pitchFamily="2" charset="-127"/>
                <a:ea typeface="나눔고딕" pitchFamily="2" charset="-127"/>
              </a:rPr>
              <a:t>관리 키</a:t>
            </a:r>
            <a:r>
              <a:rPr kumimoji="1" lang="en-US" altLang="ko-KR" dirty="0">
                <a:latin typeface="나눔고딕" pitchFamily="2" charset="-127"/>
                <a:ea typeface="나눔고딕" pitchFamily="2" charset="-127"/>
              </a:rPr>
              <a:t>)</a:t>
            </a:r>
            <a:endParaRPr kumimoji="1" lang="ko-KR" altLang="en-US" dirty="0">
              <a:latin typeface="나눔고딕" pitchFamily="2" charset="-127"/>
              <a:ea typeface="나눔고딕" pitchFamily="2" charset="-127"/>
            </a:endParaRPr>
          </a:p>
        </p:txBody>
      </p:sp>
      <p:sp>
        <p:nvSpPr>
          <p:cNvPr id="5" name="텍스트 개체 틀 4">
            <a:extLst>
              <a:ext uri="{FF2B5EF4-FFF2-40B4-BE49-F238E27FC236}">
                <a16:creationId xmlns:a16="http://schemas.microsoft.com/office/drawing/2014/main" id="{3DCAE172-1865-2609-00FF-4AC3698C912C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167237" y="757921"/>
            <a:ext cx="10592845" cy="350285"/>
          </a:xfrm>
        </p:spPr>
        <p:txBody>
          <a:bodyPr vert="horz" lIns="91440" tIns="45720" rIns="91440" bIns="45720" rtlCol="0" anchor="ctr">
            <a:noAutofit/>
          </a:bodyPr>
          <a:lstStyle/>
          <a:p>
            <a:r>
              <a:rPr lang="en-US" altLang="ko-KR" sz="1400" dirty="0">
                <a:solidFill>
                  <a:srgbClr val="1F3B63"/>
                </a:solidFill>
                <a:latin typeface="나눔고딕" pitchFamily="2" charset="-127"/>
                <a:ea typeface="나눔고딕" pitchFamily="2" charset="-127"/>
              </a:rPr>
              <a:t>1-5-5. </a:t>
            </a:r>
            <a:r>
              <a:rPr lang="ko-KR" altLang="en-US" sz="1400" dirty="0" err="1">
                <a:solidFill>
                  <a:srgbClr val="1F3B63"/>
                </a:solidFill>
                <a:latin typeface="나눔고딕" pitchFamily="2" charset="-127"/>
                <a:ea typeface="나눔고딕" pitchFamily="2" charset="-127"/>
              </a:rPr>
              <a:t>함수앱</a:t>
            </a:r>
            <a:r>
              <a:rPr lang="ko-KR" altLang="en-US" sz="1400" dirty="0">
                <a:solidFill>
                  <a:srgbClr val="1F3B63"/>
                </a:solidFill>
                <a:latin typeface="나눔고딕" pitchFamily="2" charset="-127"/>
                <a:ea typeface="나눔고딕" pitchFamily="2" charset="-127"/>
              </a:rPr>
              <a:t> 로그 확인</a:t>
            </a:r>
          </a:p>
        </p:txBody>
      </p:sp>
      <p:sp>
        <p:nvSpPr>
          <p:cNvPr id="7" name="텍스트 개체 틀 6">
            <a:extLst>
              <a:ext uri="{FF2B5EF4-FFF2-40B4-BE49-F238E27FC236}">
                <a16:creationId xmlns:a16="http://schemas.microsoft.com/office/drawing/2014/main" id="{A77F4279-C624-460D-60F5-1CEEFAB2E503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/>
        <p:txBody>
          <a:bodyPr/>
          <a:lstStyle/>
          <a:p>
            <a:r>
              <a:rPr kumimoji="1" lang="ko-KR" altLang="en-US" sz="1400" b="0">
                <a:latin typeface="나눔고딕" pitchFamily="2" charset="-127"/>
                <a:ea typeface="나눔고딕" pitchFamily="2" charset="-127"/>
              </a:rPr>
              <a:t>이미지</a:t>
            </a:r>
          </a:p>
        </p:txBody>
      </p:sp>
      <p:sp>
        <p:nvSpPr>
          <p:cNvPr id="8" name="텍스트 개체 틀 7">
            <a:extLst>
              <a:ext uri="{FF2B5EF4-FFF2-40B4-BE49-F238E27FC236}">
                <a16:creationId xmlns:a16="http://schemas.microsoft.com/office/drawing/2014/main" id="{96579BF2-7BD2-0E48-6739-04FAB624CAA5}"/>
              </a:ext>
            </a:extLst>
          </p:cNvPr>
          <p:cNvSpPr>
            <a:spLocks noGrp="1"/>
          </p:cNvSpPr>
          <p:nvPr>
            <p:ph type="body" sz="quarter" idx="20"/>
          </p:nvPr>
        </p:nvSpPr>
        <p:spPr/>
        <p:txBody>
          <a:bodyPr/>
          <a:lstStyle/>
          <a:p>
            <a:r>
              <a:rPr kumimoji="1" lang="ko-KR" altLang="en-US" sz="1400" b="0">
                <a:latin typeface="나눔고딕" pitchFamily="2" charset="-127"/>
                <a:ea typeface="나눔고딕" pitchFamily="2" charset="-127"/>
              </a:rPr>
              <a:t>설명</a:t>
            </a:r>
            <a:endParaRPr kumimoji="1" lang="en-US" altLang="ko-KR" sz="1400" b="0">
              <a:latin typeface="나눔고딕" pitchFamily="2" charset="-127"/>
              <a:ea typeface="나눔고딕" pitchFamily="2" charset="-127"/>
            </a:endParaRPr>
          </a:p>
        </p:txBody>
      </p:sp>
      <p:sp>
        <p:nvSpPr>
          <p:cNvPr id="9" name="텍스트 개체 틀 8">
            <a:extLst>
              <a:ext uri="{FF2B5EF4-FFF2-40B4-BE49-F238E27FC236}">
                <a16:creationId xmlns:a16="http://schemas.microsoft.com/office/drawing/2014/main" id="{15AC6141-1F98-8A60-675D-F6E3848B8F69}"/>
              </a:ext>
            </a:extLst>
          </p:cNvPr>
          <p:cNvSpPr>
            <a:spLocks noGrp="1"/>
          </p:cNvSpPr>
          <p:nvPr>
            <p:ph type="body" sz="quarter" idx="21"/>
          </p:nvPr>
        </p:nvSpPr>
        <p:spPr>
          <a:xfrm>
            <a:off x="8044544" y="1664441"/>
            <a:ext cx="3980220" cy="4509590"/>
          </a:xfrm>
        </p:spPr>
        <p:txBody>
          <a:bodyPr anchor="t"/>
          <a:lstStyle/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kumimoji="1" lang="en-US" altLang="ko-KR" sz="1300" dirty="0">
                <a:latin typeface="NanumGothic" panose="020D0604000000000000" pitchFamily="34" charset="-127"/>
                <a:ea typeface="NanumGothic" panose="020D0604000000000000" pitchFamily="34" charset="-127"/>
              </a:rPr>
              <a:t>‘</a:t>
            </a:r>
            <a:r>
              <a:rPr kumimoji="1" lang="ko-KR" altLang="en-US" sz="1300" dirty="0">
                <a:latin typeface="NanumGothic" panose="020D0604000000000000" pitchFamily="34" charset="-127"/>
                <a:ea typeface="NanumGothic" panose="020D0604000000000000" pitchFamily="34" charset="-127"/>
              </a:rPr>
              <a:t>호출</a:t>
            </a:r>
            <a:r>
              <a:rPr kumimoji="1" lang="en-US" altLang="ko-KR" sz="1300" dirty="0">
                <a:latin typeface="NanumGothic" panose="020D0604000000000000" pitchFamily="34" charset="-127"/>
                <a:ea typeface="NanumGothic" panose="020D0604000000000000" pitchFamily="34" charset="-127"/>
              </a:rPr>
              <a:t>’ </a:t>
            </a:r>
            <a:r>
              <a:rPr kumimoji="1" lang="ko-KR" altLang="en-US" sz="1300" dirty="0">
                <a:latin typeface="NanumGothic" panose="020D0604000000000000" pitchFamily="34" charset="-127"/>
                <a:ea typeface="NanumGothic" panose="020D0604000000000000" pitchFamily="34" charset="-127"/>
              </a:rPr>
              <a:t>탭을 누르고 날짜를 클릭하면 상세 로그 메시지가 보임</a:t>
            </a:r>
            <a:endParaRPr kumimoji="1" lang="en-US" altLang="ko-KR" sz="1300" dirty="0">
              <a:latin typeface="NanumGothic" panose="020D0604000000000000" pitchFamily="34" charset="-127"/>
              <a:ea typeface="NanumGothic" panose="020D0604000000000000" pitchFamily="34" charset="-127"/>
            </a:endParaRP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kumimoji="1" lang="ko-KR" altLang="en-US" sz="1300" dirty="0">
                <a:latin typeface="NanumGothic" panose="020D0604000000000000" pitchFamily="34" charset="-127"/>
                <a:ea typeface="NanumGothic" panose="020D0604000000000000" pitchFamily="34" charset="-127"/>
              </a:rPr>
              <a:t>이 경우는 </a:t>
            </a:r>
            <a:r>
              <a:rPr kumimoji="1" lang="en-US" altLang="ko-KR" sz="1300" dirty="0" err="1">
                <a:latin typeface="NanumGothic" panose="020D0604000000000000" pitchFamily="34" charset="-127"/>
                <a:ea typeface="NanumGothic" panose="020D0604000000000000" pitchFamily="34" charset="-127"/>
              </a:rPr>
              <a:t>tslib</a:t>
            </a:r>
            <a:r>
              <a:rPr kumimoji="1" lang="en-US" altLang="ko-KR" sz="1300" dirty="0">
                <a:latin typeface="NanumGothic" panose="020D0604000000000000" pitchFamily="34" charset="-127"/>
                <a:ea typeface="NanumGothic" panose="020D0604000000000000" pitchFamily="34" charset="-127"/>
              </a:rPr>
              <a:t> </a:t>
            </a:r>
            <a:r>
              <a:rPr kumimoji="1" lang="ko-KR" altLang="en-US" sz="1300" dirty="0">
                <a:latin typeface="NanumGothic" panose="020D0604000000000000" pitchFamily="34" charset="-127"/>
                <a:ea typeface="NanumGothic" panose="020D0604000000000000" pitchFamily="34" charset="-127"/>
              </a:rPr>
              <a:t>모듈이 없어서 발생한 문제</a:t>
            </a:r>
            <a:endParaRPr kumimoji="1" lang="en-US" altLang="ko-KR" sz="1300" dirty="0">
              <a:latin typeface="NanumGothic" panose="020D0604000000000000" pitchFamily="34" charset="-127"/>
              <a:ea typeface="NanumGothic" panose="020D0604000000000000" pitchFamily="34" charset="-127"/>
            </a:endParaRP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5BC7626-4459-0E2C-2410-4A2B5C1CE2FB}"/>
              </a:ext>
            </a:extLst>
          </p:cNvPr>
          <p:cNvSpPr txBox="1">
            <a:spLocks/>
          </p:cNvSpPr>
          <p:nvPr/>
        </p:nvSpPr>
        <p:spPr>
          <a:xfrm>
            <a:off x="5883116" y="6424779"/>
            <a:ext cx="423452" cy="365343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ctr" defTabSz="457200" rtl="0" eaLnBrk="1" latinLnBrk="0" hangingPunct="1"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DBA1B0FB-D917-4C8C-928F-313BD683BF39}" type="slidenum">
              <a:rPr lang="en-US" smtClean="0">
                <a:solidFill>
                  <a:srgbClr val="173F69"/>
                </a:solidFill>
              </a:rPr>
              <a:pPr/>
              <a:t>21</a:t>
            </a:fld>
            <a:endParaRPr lang="en-US">
              <a:solidFill>
                <a:srgbClr val="173F69"/>
              </a:solidFill>
            </a:endParaRPr>
          </a:p>
        </p:txBody>
      </p:sp>
      <p:pic>
        <p:nvPicPr>
          <p:cNvPr id="10" name="그림 9">
            <a:extLst>
              <a:ext uri="{FF2B5EF4-FFF2-40B4-BE49-F238E27FC236}">
                <a16:creationId xmlns:a16="http://schemas.microsoft.com/office/drawing/2014/main" id="{8E6DC61E-E494-4D3E-673E-15FC9DA0331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23318" y="2125753"/>
            <a:ext cx="7408756" cy="358696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99722487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CB9F1E8-E05F-7448-D20A-D39B713B8BD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C29943D9-6BFB-B129-0982-72827DEFBD44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/>
        <p:txBody>
          <a:bodyPr/>
          <a:lstStyle/>
          <a:p>
            <a:r>
              <a:rPr kumimoji="1" lang="en-US" altLang="ko-KR" dirty="0">
                <a:latin typeface="나눔고딕" pitchFamily="2" charset="-127"/>
                <a:ea typeface="나눔고딕" pitchFamily="2" charset="-127"/>
              </a:rPr>
              <a:t>1. </a:t>
            </a:r>
            <a:r>
              <a:rPr kumimoji="1" lang="ko-KR" altLang="en-US" dirty="0">
                <a:latin typeface="나눔고딕" pitchFamily="2" charset="-127"/>
                <a:ea typeface="나눔고딕" pitchFamily="2" charset="-127"/>
              </a:rPr>
              <a:t>기본 암호화 </a:t>
            </a:r>
            <a:r>
              <a:rPr kumimoji="1" lang="en-US" altLang="ko-KR" dirty="0">
                <a:latin typeface="나눔고딕" pitchFamily="2" charset="-127"/>
                <a:ea typeface="나눔고딕" pitchFamily="2" charset="-127"/>
              </a:rPr>
              <a:t>(Microsoft </a:t>
            </a:r>
            <a:r>
              <a:rPr kumimoji="1" lang="ko-KR" altLang="en-US" dirty="0">
                <a:latin typeface="나눔고딕" pitchFamily="2" charset="-127"/>
                <a:ea typeface="나눔고딕" pitchFamily="2" charset="-127"/>
              </a:rPr>
              <a:t>관리 키</a:t>
            </a:r>
            <a:r>
              <a:rPr kumimoji="1" lang="en-US" altLang="ko-KR" dirty="0">
                <a:latin typeface="나눔고딕" pitchFamily="2" charset="-127"/>
                <a:ea typeface="나눔고딕" pitchFamily="2" charset="-127"/>
              </a:rPr>
              <a:t>)</a:t>
            </a:r>
            <a:endParaRPr kumimoji="1" lang="ko-KR" altLang="en-US" dirty="0">
              <a:latin typeface="나눔고딕" pitchFamily="2" charset="-127"/>
              <a:ea typeface="나눔고딕" pitchFamily="2" charset="-127"/>
            </a:endParaRPr>
          </a:p>
        </p:txBody>
      </p:sp>
      <p:sp>
        <p:nvSpPr>
          <p:cNvPr id="5" name="텍스트 개체 틀 4">
            <a:extLst>
              <a:ext uri="{FF2B5EF4-FFF2-40B4-BE49-F238E27FC236}">
                <a16:creationId xmlns:a16="http://schemas.microsoft.com/office/drawing/2014/main" id="{67350A98-4A17-3B07-B719-10D8FC73B8C2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167237" y="757921"/>
            <a:ext cx="10592845" cy="350285"/>
          </a:xfrm>
        </p:spPr>
        <p:txBody>
          <a:bodyPr vert="horz" lIns="91440" tIns="45720" rIns="91440" bIns="45720" rtlCol="0" anchor="ctr">
            <a:noAutofit/>
          </a:bodyPr>
          <a:lstStyle/>
          <a:p>
            <a:r>
              <a:rPr lang="en-US" altLang="ko-KR" sz="1400" dirty="0">
                <a:solidFill>
                  <a:srgbClr val="1F3B63"/>
                </a:solidFill>
                <a:latin typeface="나눔고딕" pitchFamily="2" charset="-127"/>
                <a:ea typeface="나눔고딕" pitchFamily="2" charset="-127"/>
              </a:rPr>
              <a:t>1-5-6. </a:t>
            </a:r>
            <a:r>
              <a:rPr lang="en-US" altLang="ko-KR" sz="1400" dirty="0" err="1">
                <a:solidFill>
                  <a:srgbClr val="1F3B63"/>
                </a:solidFill>
                <a:latin typeface="나눔고딕" pitchFamily="2" charset="-127"/>
                <a:ea typeface="나눔고딕" pitchFamily="2" charset="-127"/>
              </a:rPr>
              <a:t>tslib</a:t>
            </a:r>
            <a:r>
              <a:rPr lang="en-US" altLang="ko-KR" sz="1400" dirty="0">
                <a:solidFill>
                  <a:srgbClr val="1F3B63"/>
                </a:solidFill>
                <a:latin typeface="나눔고딕" pitchFamily="2" charset="-127"/>
                <a:ea typeface="나눔고딕" pitchFamily="2" charset="-127"/>
              </a:rPr>
              <a:t> </a:t>
            </a:r>
            <a:r>
              <a:rPr lang="ko-KR" altLang="en-US" sz="1400" dirty="0">
                <a:solidFill>
                  <a:srgbClr val="1F3B63"/>
                </a:solidFill>
                <a:latin typeface="나눔고딕" pitchFamily="2" charset="-127"/>
                <a:ea typeface="나눔고딕" pitchFamily="2" charset="-127"/>
              </a:rPr>
              <a:t>패키지 설치</a:t>
            </a:r>
          </a:p>
        </p:txBody>
      </p:sp>
      <p:sp>
        <p:nvSpPr>
          <p:cNvPr id="7" name="텍스트 개체 틀 6">
            <a:extLst>
              <a:ext uri="{FF2B5EF4-FFF2-40B4-BE49-F238E27FC236}">
                <a16:creationId xmlns:a16="http://schemas.microsoft.com/office/drawing/2014/main" id="{4B9DC87E-DFC2-9B41-5037-615E25FAD014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/>
        <p:txBody>
          <a:bodyPr/>
          <a:lstStyle/>
          <a:p>
            <a:r>
              <a:rPr kumimoji="1" lang="ko-KR" altLang="en-US" sz="1400" b="0">
                <a:latin typeface="나눔고딕" pitchFamily="2" charset="-127"/>
                <a:ea typeface="나눔고딕" pitchFamily="2" charset="-127"/>
              </a:rPr>
              <a:t>이미지</a:t>
            </a:r>
          </a:p>
        </p:txBody>
      </p:sp>
      <p:sp>
        <p:nvSpPr>
          <p:cNvPr id="8" name="텍스트 개체 틀 7">
            <a:extLst>
              <a:ext uri="{FF2B5EF4-FFF2-40B4-BE49-F238E27FC236}">
                <a16:creationId xmlns:a16="http://schemas.microsoft.com/office/drawing/2014/main" id="{FE055410-9C66-EDF1-2FA0-12D4AF9754DD}"/>
              </a:ext>
            </a:extLst>
          </p:cNvPr>
          <p:cNvSpPr>
            <a:spLocks noGrp="1"/>
          </p:cNvSpPr>
          <p:nvPr>
            <p:ph type="body" sz="quarter" idx="20"/>
          </p:nvPr>
        </p:nvSpPr>
        <p:spPr/>
        <p:txBody>
          <a:bodyPr/>
          <a:lstStyle/>
          <a:p>
            <a:r>
              <a:rPr kumimoji="1" lang="ko-KR" altLang="en-US" sz="1400" b="0">
                <a:latin typeface="나눔고딕" pitchFamily="2" charset="-127"/>
                <a:ea typeface="나눔고딕" pitchFamily="2" charset="-127"/>
              </a:rPr>
              <a:t>설명</a:t>
            </a:r>
            <a:endParaRPr kumimoji="1" lang="en-US" altLang="ko-KR" sz="1400" b="0">
              <a:latin typeface="나눔고딕" pitchFamily="2" charset="-127"/>
              <a:ea typeface="나눔고딕" pitchFamily="2" charset="-127"/>
            </a:endParaRPr>
          </a:p>
        </p:txBody>
      </p:sp>
      <p:sp>
        <p:nvSpPr>
          <p:cNvPr id="9" name="텍스트 개체 틀 8">
            <a:extLst>
              <a:ext uri="{FF2B5EF4-FFF2-40B4-BE49-F238E27FC236}">
                <a16:creationId xmlns:a16="http://schemas.microsoft.com/office/drawing/2014/main" id="{0966A7CF-D915-6E9B-92A6-80B8345CFD6C}"/>
              </a:ext>
            </a:extLst>
          </p:cNvPr>
          <p:cNvSpPr>
            <a:spLocks noGrp="1"/>
          </p:cNvSpPr>
          <p:nvPr>
            <p:ph type="body" sz="quarter" idx="21"/>
          </p:nvPr>
        </p:nvSpPr>
        <p:spPr>
          <a:xfrm>
            <a:off x="8044544" y="1664441"/>
            <a:ext cx="3980220" cy="4509590"/>
          </a:xfrm>
        </p:spPr>
        <p:txBody>
          <a:bodyPr anchor="t"/>
          <a:lstStyle/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kumimoji="1" lang="ko-KR" altLang="en-US" sz="1300" dirty="0">
                <a:latin typeface="NanumGothic" panose="020D0604000000000000" pitchFamily="34" charset="-127"/>
                <a:ea typeface="NanumGothic" panose="020D0604000000000000" pitchFamily="34" charset="-127"/>
              </a:rPr>
              <a:t>개발 도구 </a:t>
            </a:r>
            <a:r>
              <a:rPr kumimoji="1" lang="en-US" altLang="ko-KR" sz="1300" dirty="0">
                <a:latin typeface="NanumGothic" panose="020D0604000000000000" pitchFamily="34" charset="-127"/>
                <a:ea typeface="NanumGothic" panose="020D0604000000000000" pitchFamily="34" charset="-127"/>
              </a:rPr>
              <a:t>&gt; </a:t>
            </a:r>
            <a:r>
              <a:rPr kumimoji="1" lang="ko-KR" altLang="en-US" sz="1300" dirty="0">
                <a:latin typeface="NanumGothic" panose="020D0604000000000000" pitchFamily="34" charset="-127"/>
                <a:ea typeface="NanumGothic" panose="020D0604000000000000" pitchFamily="34" charset="-127"/>
              </a:rPr>
              <a:t>고급 도구 </a:t>
            </a:r>
            <a:r>
              <a:rPr kumimoji="1" lang="en-US" altLang="ko-KR" sz="1300" dirty="0">
                <a:latin typeface="NanumGothic" panose="020D0604000000000000" pitchFamily="34" charset="-127"/>
                <a:ea typeface="NanumGothic" panose="020D0604000000000000" pitchFamily="34" charset="-127"/>
              </a:rPr>
              <a:t>&gt; kudu</a:t>
            </a: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kumimoji="1" lang="en-US" altLang="ko-KR" sz="1300" dirty="0">
                <a:latin typeface="NanumGothic" panose="020D0604000000000000" pitchFamily="34" charset="-127"/>
                <a:ea typeface="NanumGothic" panose="020D0604000000000000" pitchFamily="34" charset="-127"/>
              </a:rPr>
              <a:t>Debug console &gt; CMD</a:t>
            </a: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kumimoji="1" lang="en-US" altLang="ko-KR" sz="1300" dirty="0">
                <a:latin typeface="NanumGothic" panose="020D0604000000000000" pitchFamily="34" charset="-127"/>
                <a:ea typeface="NanumGothic" panose="020D0604000000000000" pitchFamily="34" charset="-127"/>
              </a:rPr>
              <a:t>C:\home\site\wwwroot </a:t>
            </a:r>
            <a:r>
              <a:rPr kumimoji="1" lang="ko-KR" altLang="en-US" sz="1300" dirty="0">
                <a:latin typeface="NanumGothic" panose="020D0604000000000000" pitchFamily="34" charset="-127"/>
                <a:ea typeface="NanumGothic" panose="020D0604000000000000" pitchFamily="34" charset="-127"/>
              </a:rPr>
              <a:t>이동</a:t>
            </a:r>
            <a:endParaRPr kumimoji="1" lang="en-US" altLang="ko-KR" sz="1300" dirty="0">
              <a:latin typeface="NanumGothic" panose="020D0604000000000000" pitchFamily="34" charset="-127"/>
              <a:ea typeface="NanumGothic" panose="020D0604000000000000" pitchFamily="34" charset="-127"/>
            </a:endParaRP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kumimoji="1" lang="en-US" altLang="ko-KR" sz="1300" dirty="0" err="1">
                <a:latin typeface="NanumGothic" panose="020D0604000000000000" pitchFamily="34" charset="-127"/>
                <a:ea typeface="NanumGothic" panose="020D0604000000000000" pitchFamily="34" charset="-127"/>
              </a:rPr>
              <a:t>Npm</a:t>
            </a:r>
            <a:r>
              <a:rPr kumimoji="1" lang="en-US" altLang="ko-KR" sz="1300" dirty="0">
                <a:latin typeface="NanumGothic" panose="020D0604000000000000" pitchFamily="34" charset="-127"/>
                <a:ea typeface="NanumGothic" panose="020D0604000000000000" pitchFamily="34" charset="-127"/>
              </a:rPr>
              <a:t> install </a:t>
            </a:r>
            <a:r>
              <a:rPr kumimoji="1" lang="en-US" altLang="ko-KR" sz="1300" dirty="0" err="1">
                <a:latin typeface="NanumGothic" panose="020D0604000000000000" pitchFamily="34" charset="-127"/>
                <a:ea typeface="NanumGothic" panose="020D0604000000000000" pitchFamily="34" charset="-127"/>
              </a:rPr>
              <a:t>tslib</a:t>
            </a:r>
            <a:r>
              <a:rPr kumimoji="1" lang="en-US" altLang="ko-KR" sz="1300" dirty="0">
                <a:latin typeface="NanumGothic" panose="020D0604000000000000" pitchFamily="34" charset="-127"/>
                <a:ea typeface="NanumGothic" panose="020D0604000000000000" pitchFamily="34" charset="-127"/>
              </a:rPr>
              <a:t> </a:t>
            </a:r>
            <a:r>
              <a:rPr kumimoji="1" lang="ko-KR" altLang="en-US" sz="1300" dirty="0">
                <a:latin typeface="NanumGothic" panose="020D0604000000000000" pitchFamily="34" charset="-127"/>
                <a:ea typeface="NanumGothic" panose="020D0604000000000000" pitchFamily="34" charset="-127"/>
              </a:rPr>
              <a:t>입력</a:t>
            </a:r>
            <a:endParaRPr kumimoji="1" lang="en-US" altLang="ko-KR" sz="1300" dirty="0">
              <a:latin typeface="NanumGothic" panose="020D0604000000000000" pitchFamily="34" charset="-127"/>
              <a:ea typeface="NanumGothic" panose="020D0604000000000000" pitchFamily="34" charset="-127"/>
            </a:endParaRP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kumimoji="1" lang="ko-KR" altLang="en-US" sz="1300" dirty="0">
                <a:latin typeface="NanumGothic" panose="020D0604000000000000" pitchFamily="34" charset="-127"/>
                <a:ea typeface="NanumGothic" panose="020D0604000000000000" pitchFamily="34" charset="-127"/>
              </a:rPr>
              <a:t>설치 완료되면 함수 앱 재시작</a:t>
            </a:r>
            <a:endParaRPr kumimoji="1" lang="en-US" altLang="ko-KR" sz="1300" dirty="0">
              <a:latin typeface="NanumGothic" panose="020D0604000000000000" pitchFamily="34" charset="-127"/>
              <a:ea typeface="NanumGothic" panose="020D0604000000000000" pitchFamily="34" charset="-127"/>
            </a:endParaRP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FB82F92-5582-E43C-A107-7566A8BC51CC}"/>
              </a:ext>
            </a:extLst>
          </p:cNvPr>
          <p:cNvSpPr txBox="1">
            <a:spLocks/>
          </p:cNvSpPr>
          <p:nvPr/>
        </p:nvSpPr>
        <p:spPr>
          <a:xfrm>
            <a:off x="5883116" y="6424779"/>
            <a:ext cx="423452" cy="365343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ctr" defTabSz="457200" rtl="0" eaLnBrk="1" latinLnBrk="0" hangingPunct="1"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DBA1B0FB-D917-4C8C-928F-313BD683BF39}" type="slidenum">
              <a:rPr lang="en-US" smtClean="0">
                <a:solidFill>
                  <a:srgbClr val="173F69"/>
                </a:solidFill>
              </a:rPr>
              <a:pPr/>
              <a:t>22</a:t>
            </a:fld>
            <a:endParaRPr lang="en-US">
              <a:solidFill>
                <a:srgbClr val="173F69"/>
              </a:solidFill>
            </a:endParaRPr>
          </a:p>
        </p:txBody>
      </p:sp>
      <p:pic>
        <p:nvPicPr>
          <p:cNvPr id="4" name="그림 3">
            <a:extLst>
              <a:ext uri="{FF2B5EF4-FFF2-40B4-BE49-F238E27FC236}">
                <a16:creationId xmlns:a16="http://schemas.microsoft.com/office/drawing/2014/main" id="{76C3AD3A-5096-6EDE-5E9D-6E13E969C5F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65614" y="1753982"/>
            <a:ext cx="4491918" cy="4318905"/>
          </a:xfrm>
          <a:prstGeom prst="rect">
            <a:avLst/>
          </a:prstGeom>
        </p:spPr>
      </p:pic>
      <p:pic>
        <p:nvPicPr>
          <p:cNvPr id="12" name="그림 11">
            <a:extLst>
              <a:ext uri="{FF2B5EF4-FFF2-40B4-BE49-F238E27FC236}">
                <a16:creationId xmlns:a16="http://schemas.microsoft.com/office/drawing/2014/main" id="{EEF4C79E-2F01-F415-5B94-D0CF804B32D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098834" y="1764806"/>
            <a:ext cx="4491918" cy="431915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54643550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1959D41-FEC9-3875-D6B9-C89A12E9FE9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CF6B819B-03B4-9784-4BB5-2D4FEA3D45DD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/>
        <p:txBody>
          <a:bodyPr/>
          <a:lstStyle/>
          <a:p>
            <a:r>
              <a:rPr kumimoji="1" lang="en-US" altLang="ko-KR" dirty="0">
                <a:latin typeface="나눔고딕" pitchFamily="2" charset="-127"/>
                <a:ea typeface="나눔고딕" pitchFamily="2" charset="-127"/>
              </a:rPr>
              <a:t>1. </a:t>
            </a:r>
            <a:r>
              <a:rPr kumimoji="1" lang="ko-KR" altLang="en-US" dirty="0">
                <a:latin typeface="나눔고딕" pitchFamily="2" charset="-127"/>
                <a:ea typeface="나눔고딕" pitchFamily="2" charset="-127"/>
              </a:rPr>
              <a:t>기본 암호화 </a:t>
            </a:r>
            <a:r>
              <a:rPr kumimoji="1" lang="en-US" altLang="ko-KR" dirty="0">
                <a:latin typeface="나눔고딕" pitchFamily="2" charset="-127"/>
                <a:ea typeface="나눔고딕" pitchFamily="2" charset="-127"/>
              </a:rPr>
              <a:t>(Microsoft </a:t>
            </a:r>
            <a:r>
              <a:rPr kumimoji="1" lang="ko-KR" altLang="en-US" dirty="0">
                <a:latin typeface="나눔고딕" pitchFamily="2" charset="-127"/>
                <a:ea typeface="나눔고딕" pitchFamily="2" charset="-127"/>
              </a:rPr>
              <a:t>관리 키</a:t>
            </a:r>
            <a:r>
              <a:rPr kumimoji="1" lang="en-US" altLang="ko-KR" dirty="0">
                <a:latin typeface="나눔고딕" pitchFamily="2" charset="-127"/>
                <a:ea typeface="나눔고딕" pitchFamily="2" charset="-127"/>
              </a:rPr>
              <a:t>)</a:t>
            </a:r>
            <a:endParaRPr kumimoji="1" lang="ko-KR" altLang="en-US" dirty="0">
              <a:latin typeface="나눔고딕" pitchFamily="2" charset="-127"/>
              <a:ea typeface="나눔고딕" pitchFamily="2" charset="-127"/>
            </a:endParaRPr>
          </a:p>
        </p:txBody>
      </p:sp>
      <p:sp>
        <p:nvSpPr>
          <p:cNvPr id="5" name="텍스트 개체 틀 4">
            <a:extLst>
              <a:ext uri="{FF2B5EF4-FFF2-40B4-BE49-F238E27FC236}">
                <a16:creationId xmlns:a16="http://schemas.microsoft.com/office/drawing/2014/main" id="{CAB05901-CC54-A629-2F92-16C066993B03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167237" y="757921"/>
            <a:ext cx="10592845" cy="350285"/>
          </a:xfrm>
        </p:spPr>
        <p:txBody>
          <a:bodyPr vert="horz" lIns="91440" tIns="45720" rIns="91440" bIns="45720" rtlCol="0" anchor="ctr">
            <a:noAutofit/>
          </a:bodyPr>
          <a:lstStyle/>
          <a:p>
            <a:r>
              <a:rPr lang="en-US" altLang="ko-KR" sz="1400" dirty="0">
                <a:solidFill>
                  <a:srgbClr val="1F3B63"/>
                </a:solidFill>
                <a:latin typeface="나눔고딕" pitchFamily="2" charset="-127"/>
                <a:ea typeface="나눔고딕" pitchFamily="2" charset="-127"/>
              </a:rPr>
              <a:t>1-5-7. </a:t>
            </a:r>
            <a:r>
              <a:rPr lang="ko-KR" altLang="en-US" sz="1400" dirty="0">
                <a:solidFill>
                  <a:srgbClr val="1F3B63"/>
                </a:solidFill>
                <a:latin typeface="나눔고딕" pitchFamily="2" charset="-127"/>
                <a:ea typeface="나눔고딕" pitchFamily="2" charset="-127"/>
              </a:rPr>
              <a:t>정상 로그</a:t>
            </a:r>
          </a:p>
        </p:txBody>
      </p:sp>
      <p:sp>
        <p:nvSpPr>
          <p:cNvPr id="7" name="텍스트 개체 틀 6">
            <a:extLst>
              <a:ext uri="{FF2B5EF4-FFF2-40B4-BE49-F238E27FC236}">
                <a16:creationId xmlns:a16="http://schemas.microsoft.com/office/drawing/2014/main" id="{179B8DAB-C0DC-5D03-2DEA-1D7ECFAD4602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/>
        <p:txBody>
          <a:bodyPr/>
          <a:lstStyle/>
          <a:p>
            <a:r>
              <a:rPr kumimoji="1" lang="ko-KR" altLang="en-US" sz="1400" b="0">
                <a:latin typeface="나눔고딕" pitchFamily="2" charset="-127"/>
                <a:ea typeface="나눔고딕" pitchFamily="2" charset="-127"/>
              </a:rPr>
              <a:t>이미지</a:t>
            </a:r>
          </a:p>
        </p:txBody>
      </p:sp>
      <p:sp>
        <p:nvSpPr>
          <p:cNvPr id="8" name="텍스트 개체 틀 7">
            <a:extLst>
              <a:ext uri="{FF2B5EF4-FFF2-40B4-BE49-F238E27FC236}">
                <a16:creationId xmlns:a16="http://schemas.microsoft.com/office/drawing/2014/main" id="{28EFDAE7-B31C-D290-875B-D383410D578D}"/>
              </a:ext>
            </a:extLst>
          </p:cNvPr>
          <p:cNvSpPr>
            <a:spLocks noGrp="1"/>
          </p:cNvSpPr>
          <p:nvPr>
            <p:ph type="body" sz="quarter" idx="20"/>
          </p:nvPr>
        </p:nvSpPr>
        <p:spPr/>
        <p:txBody>
          <a:bodyPr/>
          <a:lstStyle/>
          <a:p>
            <a:r>
              <a:rPr kumimoji="1" lang="ko-KR" altLang="en-US" sz="1400" b="0">
                <a:latin typeface="나눔고딕" pitchFamily="2" charset="-127"/>
                <a:ea typeface="나눔고딕" pitchFamily="2" charset="-127"/>
              </a:rPr>
              <a:t>설명</a:t>
            </a:r>
            <a:endParaRPr kumimoji="1" lang="en-US" altLang="ko-KR" sz="1400" b="0">
              <a:latin typeface="나눔고딕" pitchFamily="2" charset="-127"/>
              <a:ea typeface="나눔고딕" pitchFamily="2" charset="-127"/>
            </a:endParaRPr>
          </a:p>
        </p:txBody>
      </p:sp>
      <p:sp>
        <p:nvSpPr>
          <p:cNvPr id="9" name="텍스트 개체 틀 8">
            <a:extLst>
              <a:ext uri="{FF2B5EF4-FFF2-40B4-BE49-F238E27FC236}">
                <a16:creationId xmlns:a16="http://schemas.microsoft.com/office/drawing/2014/main" id="{7C158570-0CB3-237B-FE12-EEA173D7DEE5}"/>
              </a:ext>
            </a:extLst>
          </p:cNvPr>
          <p:cNvSpPr>
            <a:spLocks noGrp="1"/>
          </p:cNvSpPr>
          <p:nvPr>
            <p:ph type="body" sz="quarter" idx="21"/>
          </p:nvPr>
        </p:nvSpPr>
        <p:spPr>
          <a:xfrm>
            <a:off x="8044544" y="1664441"/>
            <a:ext cx="3980220" cy="4509590"/>
          </a:xfrm>
        </p:spPr>
        <p:txBody>
          <a:bodyPr anchor="t"/>
          <a:lstStyle/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kumimoji="1" lang="en-US" altLang="ko-KR" sz="1300" dirty="0">
                <a:latin typeface="NanumGothic" panose="020D0604000000000000" pitchFamily="34" charset="-127"/>
                <a:ea typeface="NanumGothic" panose="020D0604000000000000" pitchFamily="34" charset="-127"/>
              </a:rPr>
              <a:t>1-5-2</a:t>
            </a:r>
            <a:r>
              <a:rPr kumimoji="1" lang="ko-KR" altLang="en-US" sz="1300" dirty="0">
                <a:latin typeface="NanumGothic" panose="020D0604000000000000" pitchFamily="34" charset="-127"/>
                <a:ea typeface="NanumGothic" panose="020D0604000000000000" pitchFamily="34" charset="-127"/>
              </a:rPr>
              <a:t>에서 한 것과 같이 다시 스토리지에 테스트 파일을 올리면 </a:t>
            </a:r>
            <a:r>
              <a:rPr kumimoji="1" lang="en-US" altLang="ko-KR" sz="1300" dirty="0" err="1">
                <a:latin typeface="NanumGothic" panose="020D0604000000000000" pitchFamily="34" charset="-127"/>
                <a:ea typeface="NanumGothic" panose="020D0604000000000000" pitchFamily="34" charset="-127"/>
              </a:rPr>
              <a:t>BlobTaskProducer</a:t>
            </a:r>
            <a:r>
              <a:rPr kumimoji="1" lang="en-US" altLang="ko-KR" sz="1300" dirty="0">
                <a:latin typeface="NanumGothic" panose="020D0604000000000000" pitchFamily="34" charset="-127"/>
                <a:ea typeface="NanumGothic" panose="020D0604000000000000" pitchFamily="34" charset="-127"/>
              </a:rPr>
              <a:t> </a:t>
            </a:r>
            <a:r>
              <a:rPr kumimoji="1" lang="ko-KR" altLang="en-US" sz="1300" dirty="0">
                <a:latin typeface="NanumGothic" panose="020D0604000000000000" pitchFamily="34" charset="-127"/>
                <a:ea typeface="NanumGothic" panose="020D0604000000000000" pitchFamily="34" charset="-127"/>
              </a:rPr>
              <a:t>로그에 본 이미지처럼 로그가 기록됨</a:t>
            </a:r>
            <a:endParaRPr kumimoji="1" lang="en-US" altLang="ko-KR" sz="1300" dirty="0">
              <a:latin typeface="NanumGothic" panose="020D0604000000000000" pitchFamily="34" charset="-127"/>
              <a:ea typeface="NanumGothic" panose="020D0604000000000000" pitchFamily="34" charset="-127"/>
            </a:endParaRP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kumimoji="1" lang="en-US" altLang="ko-KR" sz="1300" dirty="0" err="1">
                <a:latin typeface="NanumGothic" panose="020D0604000000000000" pitchFamily="34" charset="-127"/>
                <a:ea typeface="NanumGothic" panose="020D0604000000000000" pitchFamily="34" charset="-127"/>
              </a:rPr>
              <a:t>BlobTaskConsumer</a:t>
            </a:r>
            <a:r>
              <a:rPr kumimoji="1" lang="en-US" altLang="ko-KR" sz="1300" dirty="0">
                <a:latin typeface="NanumGothic" panose="020D0604000000000000" pitchFamily="34" charset="-127"/>
                <a:ea typeface="NanumGothic" panose="020D0604000000000000" pitchFamily="34" charset="-127"/>
              </a:rPr>
              <a:t> </a:t>
            </a:r>
            <a:r>
              <a:rPr kumimoji="1" lang="ko-KR" altLang="en-US" sz="1300" dirty="0">
                <a:latin typeface="NanumGothic" panose="020D0604000000000000" pitchFamily="34" charset="-127"/>
                <a:ea typeface="NanumGothic" panose="020D0604000000000000" pitchFamily="34" charset="-127"/>
              </a:rPr>
              <a:t>로그도 에러가 생기지 않고 정상 로그만 찍히는지 확인</a:t>
            </a:r>
            <a:endParaRPr kumimoji="1" lang="en-US" altLang="ko-KR" sz="1300" dirty="0">
              <a:latin typeface="NanumGothic" panose="020D0604000000000000" pitchFamily="34" charset="-127"/>
              <a:ea typeface="NanumGothic" panose="020D0604000000000000" pitchFamily="34" charset="-127"/>
            </a:endParaRP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endParaRPr kumimoji="1" lang="en-US" altLang="ko-KR" sz="1300" dirty="0">
              <a:latin typeface="NanumGothic" panose="020D0604000000000000" pitchFamily="34" charset="-127"/>
              <a:ea typeface="NanumGothic" panose="020D0604000000000000" pitchFamily="34" charset="-127"/>
            </a:endParaRP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FA3D1E0-C6FB-441D-8B15-5F065CD0A878}"/>
              </a:ext>
            </a:extLst>
          </p:cNvPr>
          <p:cNvSpPr txBox="1">
            <a:spLocks/>
          </p:cNvSpPr>
          <p:nvPr/>
        </p:nvSpPr>
        <p:spPr>
          <a:xfrm>
            <a:off x="5883116" y="6424779"/>
            <a:ext cx="423452" cy="365343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ctr" defTabSz="457200" rtl="0" eaLnBrk="1" latinLnBrk="0" hangingPunct="1"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DBA1B0FB-D917-4C8C-928F-313BD683BF39}" type="slidenum">
              <a:rPr lang="en-US" smtClean="0">
                <a:solidFill>
                  <a:srgbClr val="173F69"/>
                </a:solidFill>
              </a:rPr>
              <a:pPr/>
              <a:t>23</a:t>
            </a:fld>
            <a:endParaRPr lang="en-US">
              <a:solidFill>
                <a:srgbClr val="173F69"/>
              </a:solidFill>
            </a:endParaRPr>
          </a:p>
        </p:txBody>
      </p:sp>
      <p:pic>
        <p:nvPicPr>
          <p:cNvPr id="10" name="그림 9">
            <a:extLst>
              <a:ext uri="{FF2B5EF4-FFF2-40B4-BE49-F238E27FC236}">
                <a16:creationId xmlns:a16="http://schemas.microsoft.com/office/drawing/2014/main" id="{238EDAFF-3C29-A137-3A98-3965F1F101E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34577" y="1725047"/>
            <a:ext cx="7186238" cy="438837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51748948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6EB66ED-8E6C-6084-D57B-C258C519440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CB9E5F95-8785-AB7F-095B-C1EC9202A14A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/>
        <p:txBody>
          <a:bodyPr/>
          <a:lstStyle/>
          <a:p>
            <a:r>
              <a:rPr kumimoji="1" lang="en-US" altLang="ko-KR" dirty="0">
                <a:latin typeface="나눔고딕" pitchFamily="2" charset="-127"/>
                <a:ea typeface="나눔고딕" pitchFamily="2" charset="-127"/>
              </a:rPr>
              <a:t>1. </a:t>
            </a:r>
            <a:r>
              <a:rPr kumimoji="1" lang="ko-KR" altLang="en-US" dirty="0">
                <a:latin typeface="나눔고딕" pitchFamily="2" charset="-127"/>
                <a:ea typeface="나눔고딕" pitchFamily="2" charset="-127"/>
              </a:rPr>
              <a:t>기본 암호화 </a:t>
            </a:r>
            <a:r>
              <a:rPr kumimoji="1" lang="en-US" altLang="ko-KR" dirty="0">
                <a:latin typeface="나눔고딕" pitchFamily="2" charset="-127"/>
                <a:ea typeface="나눔고딕" pitchFamily="2" charset="-127"/>
              </a:rPr>
              <a:t>(Microsoft </a:t>
            </a:r>
            <a:r>
              <a:rPr kumimoji="1" lang="ko-KR" altLang="en-US" dirty="0">
                <a:latin typeface="나눔고딕" pitchFamily="2" charset="-127"/>
                <a:ea typeface="나눔고딕" pitchFamily="2" charset="-127"/>
              </a:rPr>
              <a:t>관리 키</a:t>
            </a:r>
            <a:r>
              <a:rPr kumimoji="1" lang="en-US" altLang="ko-KR" dirty="0">
                <a:latin typeface="나눔고딕" pitchFamily="2" charset="-127"/>
                <a:ea typeface="나눔고딕" pitchFamily="2" charset="-127"/>
              </a:rPr>
              <a:t>)</a:t>
            </a:r>
            <a:endParaRPr kumimoji="1" lang="ko-KR" altLang="en-US" dirty="0">
              <a:latin typeface="나눔고딕" pitchFamily="2" charset="-127"/>
              <a:ea typeface="나눔고딕" pitchFamily="2" charset="-127"/>
            </a:endParaRPr>
          </a:p>
        </p:txBody>
      </p:sp>
      <p:sp>
        <p:nvSpPr>
          <p:cNvPr id="5" name="텍스트 개체 틀 4">
            <a:extLst>
              <a:ext uri="{FF2B5EF4-FFF2-40B4-BE49-F238E27FC236}">
                <a16:creationId xmlns:a16="http://schemas.microsoft.com/office/drawing/2014/main" id="{A60D18B9-32E7-5C78-4488-4A0E13FE227C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167237" y="757921"/>
            <a:ext cx="10592845" cy="350285"/>
          </a:xfrm>
        </p:spPr>
        <p:txBody>
          <a:bodyPr vert="horz" lIns="91440" tIns="45720" rIns="91440" bIns="45720" rtlCol="0" anchor="ctr">
            <a:noAutofit/>
          </a:bodyPr>
          <a:lstStyle/>
          <a:p>
            <a:r>
              <a:rPr lang="en-US" altLang="ko-KR" sz="1400" dirty="0">
                <a:solidFill>
                  <a:srgbClr val="1F3B63"/>
                </a:solidFill>
                <a:latin typeface="나눔고딕" pitchFamily="2" charset="-127"/>
                <a:ea typeface="나눔고딕" pitchFamily="2" charset="-127"/>
              </a:rPr>
              <a:t>1-5-8. Sumo</a:t>
            </a:r>
            <a:r>
              <a:rPr lang="ko-KR" altLang="en-US" sz="1400" dirty="0">
                <a:solidFill>
                  <a:srgbClr val="1F3B63"/>
                </a:solidFill>
                <a:latin typeface="나눔고딕" pitchFamily="2" charset="-127"/>
                <a:ea typeface="나눔고딕" pitchFamily="2" charset="-127"/>
              </a:rPr>
              <a:t> </a:t>
            </a:r>
            <a:r>
              <a:rPr lang="en-US" altLang="ko-KR" sz="1400" dirty="0">
                <a:solidFill>
                  <a:srgbClr val="1F3B63"/>
                </a:solidFill>
                <a:latin typeface="나눔고딕" pitchFamily="2" charset="-127"/>
                <a:ea typeface="나눔고딕" pitchFamily="2" charset="-127"/>
              </a:rPr>
              <a:t>Logic Query </a:t>
            </a:r>
            <a:r>
              <a:rPr lang="ko-KR" altLang="en-US" sz="1400" dirty="0">
                <a:solidFill>
                  <a:srgbClr val="1F3B63"/>
                </a:solidFill>
                <a:latin typeface="나눔고딕" pitchFamily="2" charset="-127"/>
                <a:ea typeface="나눔고딕" pitchFamily="2" charset="-127"/>
              </a:rPr>
              <a:t>검색</a:t>
            </a:r>
          </a:p>
        </p:txBody>
      </p:sp>
      <p:sp>
        <p:nvSpPr>
          <p:cNvPr id="7" name="텍스트 개체 틀 6">
            <a:extLst>
              <a:ext uri="{FF2B5EF4-FFF2-40B4-BE49-F238E27FC236}">
                <a16:creationId xmlns:a16="http://schemas.microsoft.com/office/drawing/2014/main" id="{F768928B-A596-6587-B0EF-53712A39698D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/>
        <p:txBody>
          <a:bodyPr/>
          <a:lstStyle/>
          <a:p>
            <a:r>
              <a:rPr kumimoji="1" lang="ko-KR" altLang="en-US" sz="1400" b="0">
                <a:latin typeface="나눔고딕" pitchFamily="2" charset="-127"/>
                <a:ea typeface="나눔고딕" pitchFamily="2" charset="-127"/>
              </a:rPr>
              <a:t>이미지</a:t>
            </a:r>
          </a:p>
        </p:txBody>
      </p:sp>
      <p:sp>
        <p:nvSpPr>
          <p:cNvPr id="8" name="텍스트 개체 틀 7">
            <a:extLst>
              <a:ext uri="{FF2B5EF4-FFF2-40B4-BE49-F238E27FC236}">
                <a16:creationId xmlns:a16="http://schemas.microsoft.com/office/drawing/2014/main" id="{F2DA848D-B232-753C-4672-48B845B68AC4}"/>
              </a:ext>
            </a:extLst>
          </p:cNvPr>
          <p:cNvSpPr>
            <a:spLocks noGrp="1"/>
          </p:cNvSpPr>
          <p:nvPr>
            <p:ph type="body" sz="quarter" idx="20"/>
          </p:nvPr>
        </p:nvSpPr>
        <p:spPr/>
        <p:txBody>
          <a:bodyPr/>
          <a:lstStyle/>
          <a:p>
            <a:r>
              <a:rPr kumimoji="1" lang="ko-KR" altLang="en-US" sz="1400" b="0">
                <a:latin typeface="나눔고딕" pitchFamily="2" charset="-127"/>
                <a:ea typeface="나눔고딕" pitchFamily="2" charset="-127"/>
              </a:rPr>
              <a:t>설명</a:t>
            </a:r>
            <a:endParaRPr kumimoji="1" lang="en-US" altLang="ko-KR" sz="1400" b="0">
              <a:latin typeface="나눔고딕" pitchFamily="2" charset="-127"/>
              <a:ea typeface="나눔고딕" pitchFamily="2" charset="-127"/>
            </a:endParaRPr>
          </a:p>
        </p:txBody>
      </p:sp>
      <p:sp>
        <p:nvSpPr>
          <p:cNvPr id="9" name="텍스트 개체 틀 8">
            <a:extLst>
              <a:ext uri="{FF2B5EF4-FFF2-40B4-BE49-F238E27FC236}">
                <a16:creationId xmlns:a16="http://schemas.microsoft.com/office/drawing/2014/main" id="{28501E7C-C2EA-3FB5-21D6-34B2D1778243}"/>
              </a:ext>
            </a:extLst>
          </p:cNvPr>
          <p:cNvSpPr>
            <a:spLocks noGrp="1"/>
          </p:cNvSpPr>
          <p:nvPr>
            <p:ph type="body" sz="quarter" idx="21"/>
          </p:nvPr>
        </p:nvSpPr>
        <p:spPr>
          <a:xfrm>
            <a:off x="8044544" y="1664441"/>
            <a:ext cx="3980220" cy="4509590"/>
          </a:xfrm>
        </p:spPr>
        <p:txBody>
          <a:bodyPr anchor="t"/>
          <a:lstStyle/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kumimoji="1" lang="en-US" altLang="ko-KR" sz="1300" dirty="0">
                <a:latin typeface="NanumGothic" panose="020D0604000000000000" pitchFamily="34" charset="-127"/>
                <a:ea typeface="NanumGothic" panose="020D0604000000000000" pitchFamily="34" charset="-127"/>
              </a:rPr>
              <a:t>_</a:t>
            </a:r>
            <a:r>
              <a:rPr kumimoji="1" lang="en-US" altLang="ko-KR" sz="1300" dirty="0" err="1">
                <a:latin typeface="NanumGothic" panose="020D0604000000000000" pitchFamily="34" charset="-127"/>
                <a:ea typeface="NanumGothic" panose="020D0604000000000000" pitchFamily="34" charset="-127"/>
              </a:rPr>
              <a:t>sourceCategory</a:t>
            </a:r>
            <a:r>
              <a:rPr kumimoji="1" lang="en-US" altLang="ko-KR" sz="1300" dirty="0">
                <a:latin typeface="NanumGothic" panose="020D0604000000000000" pitchFamily="34" charset="-127"/>
                <a:ea typeface="NanumGothic" panose="020D0604000000000000" pitchFamily="34" charset="-127"/>
              </a:rPr>
              <a:t>="azure/blob/storage/default" </a:t>
            </a: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kumimoji="1" lang="ko-KR" altLang="en-US" sz="1300" dirty="0">
                <a:latin typeface="NanumGothic" panose="020D0604000000000000" pitchFamily="34" charset="-127"/>
                <a:ea typeface="NanumGothic" panose="020D0604000000000000" pitchFamily="34" charset="-127"/>
              </a:rPr>
              <a:t>약 </a:t>
            </a:r>
            <a:r>
              <a:rPr kumimoji="1" lang="en-US" altLang="ko-KR" sz="1300" dirty="0">
                <a:latin typeface="NanumGothic" panose="020D0604000000000000" pitchFamily="34" charset="-127"/>
                <a:ea typeface="NanumGothic" panose="020D0604000000000000" pitchFamily="34" charset="-127"/>
              </a:rPr>
              <a:t>10~15</a:t>
            </a:r>
            <a:r>
              <a:rPr kumimoji="1" lang="ko-KR" altLang="en-US" sz="1300" dirty="0">
                <a:latin typeface="NanumGothic" panose="020D0604000000000000" pitchFamily="34" charset="-127"/>
                <a:ea typeface="NanumGothic" panose="020D0604000000000000" pitchFamily="34" charset="-127"/>
              </a:rPr>
              <a:t>분 후 위 쿼리 검색 시 로그가 전송된 것 확인 가능</a:t>
            </a:r>
            <a:endParaRPr kumimoji="1" lang="en-US" altLang="ko-KR" sz="1300" dirty="0">
              <a:latin typeface="NanumGothic" panose="020D0604000000000000" pitchFamily="34" charset="-127"/>
              <a:ea typeface="NanumGothic" panose="020D0604000000000000" pitchFamily="34" charset="-127"/>
            </a:endParaRP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C911661-5F46-6EDC-4571-08B1672B1D8E}"/>
              </a:ext>
            </a:extLst>
          </p:cNvPr>
          <p:cNvSpPr txBox="1">
            <a:spLocks/>
          </p:cNvSpPr>
          <p:nvPr/>
        </p:nvSpPr>
        <p:spPr>
          <a:xfrm>
            <a:off x="5883116" y="6424779"/>
            <a:ext cx="423452" cy="365343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ctr" defTabSz="457200" rtl="0" eaLnBrk="1" latinLnBrk="0" hangingPunct="1"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DBA1B0FB-D917-4C8C-928F-313BD683BF39}" type="slidenum">
              <a:rPr lang="en-US" smtClean="0">
                <a:solidFill>
                  <a:srgbClr val="173F69"/>
                </a:solidFill>
              </a:rPr>
              <a:pPr/>
              <a:t>24</a:t>
            </a:fld>
            <a:endParaRPr lang="en-US">
              <a:solidFill>
                <a:srgbClr val="173F69"/>
              </a:solidFill>
            </a:endParaRPr>
          </a:p>
        </p:txBody>
      </p:sp>
      <p:pic>
        <p:nvPicPr>
          <p:cNvPr id="4" name="그림 3">
            <a:extLst>
              <a:ext uri="{FF2B5EF4-FFF2-40B4-BE49-F238E27FC236}">
                <a16:creationId xmlns:a16="http://schemas.microsoft.com/office/drawing/2014/main" id="{716F2918-2538-6508-288F-A62A6C0AFD2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11353" y="2210122"/>
            <a:ext cx="7232685" cy="341822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97900901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A1D8DE6-A90B-E902-7D1E-40B500C63BD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D4C68E04-442A-3739-BADE-DB7DD5DCB471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/>
        <p:txBody>
          <a:bodyPr/>
          <a:lstStyle/>
          <a:p>
            <a:r>
              <a:rPr kumimoji="1" lang="en-US" altLang="ko-KR" dirty="0">
                <a:latin typeface="나눔고딕" pitchFamily="2" charset="-127"/>
                <a:ea typeface="나눔고딕" pitchFamily="2" charset="-127"/>
              </a:rPr>
              <a:t>2. </a:t>
            </a:r>
            <a:r>
              <a:rPr kumimoji="1" lang="ko-KR" altLang="en-US" dirty="0">
                <a:latin typeface="나눔고딕" pitchFamily="2" charset="-127"/>
                <a:ea typeface="나눔고딕" pitchFamily="2" charset="-127"/>
              </a:rPr>
              <a:t>고객 관리 키 </a:t>
            </a:r>
            <a:r>
              <a:rPr kumimoji="1" lang="en-US" altLang="ko-KR" dirty="0">
                <a:latin typeface="나눔고딕" pitchFamily="2" charset="-127"/>
                <a:ea typeface="나눔고딕" pitchFamily="2" charset="-127"/>
              </a:rPr>
              <a:t>(CMK)</a:t>
            </a:r>
            <a:endParaRPr kumimoji="1" lang="ko-KR" altLang="en-US" dirty="0">
              <a:latin typeface="나눔고딕" pitchFamily="2" charset="-127"/>
              <a:ea typeface="나눔고딕" pitchFamily="2" charset="-127"/>
            </a:endParaRPr>
          </a:p>
        </p:txBody>
      </p:sp>
      <p:sp>
        <p:nvSpPr>
          <p:cNvPr id="5" name="텍스트 개체 틀 4">
            <a:extLst>
              <a:ext uri="{FF2B5EF4-FFF2-40B4-BE49-F238E27FC236}">
                <a16:creationId xmlns:a16="http://schemas.microsoft.com/office/drawing/2014/main" id="{43C3FEA0-721E-0D97-406E-CADE8BFDE755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167237" y="757921"/>
            <a:ext cx="10592845" cy="350285"/>
          </a:xfrm>
        </p:spPr>
        <p:txBody>
          <a:bodyPr vert="horz" lIns="91440" tIns="45720" rIns="91440" bIns="45720" rtlCol="0" anchor="ctr">
            <a:noAutofit/>
          </a:bodyPr>
          <a:lstStyle/>
          <a:p>
            <a:r>
              <a:rPr lang="en-US" altLang="ko-KR" sz="1400" dirty="0">
                <a:solidFill>
                  <a:srgbClr val="1F3B63"/>
                </a:solidFill>
                <a:latin typeface="나눔고딕" pitchFamily="2" charset="-127"/>
                <a:ea typeface="나눔고딕" pitchFamily="2" charset="-127"/>
              </a:rPr>
              <a:t>2-1-1. Azure </a:t>
            </a:r>
            <a:r>
              <a:rPr lang="ko-KR" altLang="en-US" sz="1400" dirty="0">
                <a:solidFill>
                  <a:srgbClr val="1F3B63"/>
                </a:solidFill>
                <a:latin typeface="나눔고딕" pitchFamily="2" charset="-127"/>
                <a:ea typeface="나눔고딕" pitchFamily="2" charset="-127"/>
              </a:rPr>
              <a:t>콘솔 → 키 자격 증명 모음</a:t>
            </a:r>
          </a:p>
        </p:txBody>
      </p:sp>
      <p:sp>
        <p:nvSpPr>
          <p:cNvPr id="7" name="텍스트 개체 틀 6">
            <a:extLst>
              <a:ext uri="{FF2B5EF4-FFF2-40B4-BE49-F238E27FC236}">
                <a16:creationId xmlns:a16="http://schemas.microsoft.com/office/drawing/2014/main" id="{156E03A9-FD7C-61D2-57EA-A4DA56100F4B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/>
        <p:txBody>
          <a:bodyPr/>
          <a:lstStyle/>
          <a:p>
            <a:r>
              <a:rPr kumimoji="1" lang="ko-KR" altLang="en-US" sz="1400" b="0">
                <a:latin typeface="나눔고딕" pitchFamily="2" charset="-127"/>
                <a:ea typeface="나눔고딕" pitchFamily="2" charset="-127"/>
              </a:rPr>
              <a:t>이미지</a:t>
            </a:r>
          </a:p>
        </p:txBody>
      </p:sp>
      <p:sp>
        <p:nvSpPr>
          <p:cNvPr id="8" name="텍스트 개체 틀 7">
            <a:extLst>
              <a:ext uri="{FF2B5EF4-FFF2-40B4-BE49-F238E27FC236}">
                <a16:creationId xmlns:a16="http://schemas.microsoft.com/office/drawing/2014/main" id="{47DE2969-B61B-822F-990B-8E67AC8ED91C}"/>
              </a:ext>
            </a:extLst>
          </p:cNvPr>
          <p:cNvSpPr>
            <a:spLocks noGrp="1"/>
          </p:cNvSpPr>
          <p:nvPr>
            <p:ph type="body" sz="quarter" idx="20"/>
          </p:nvPr>
        </p:nvSpPr>
        <p:spPr/>
        <p:txBody>
          <a:bodyPr/>
          <a:lstStyle/>
          <a:p>
            <a:r>
              <a:rPr kumimoji="1" lang="ko-KR" altLang="en-US" sz="1400" b="0">
                <a:latin typeface="나눔고딕" pitchFamily="2" charset="-127"/>
                <a:ea typeface="나눔고딕" pitchFamily="2" charset="-127"/>
              </a:rPr>
              <a:t>설명</a:t>
            </a:r>
            <a:endParaRPr kumimoji="1" lang="en-US" altLang="ko-KR" sz="1400" b="0">
              <a:latin typeface="나눔고딕" pitchFamily="2" charset="-127"/>
              <a:ea typeface="나눔고딕" pitchFamily="2" charset="-127"/>
            </a:endParaRPr>
          </a:p>
        </p:txBody>
      </p:sp>
      <p:sp>
        <p:nvSpPr>
          <p:cNvPr id="9" name="텍스트 개체 틀 8">
            <a:extLst>
              <a:ext uri="{FF2B5EF4-FFF2-40B4-BE49-F238E27FC236}">
                <a16:creationId xmlns:a16="http://schemas.microsoft.com/office/drawing/2014/main" id="{5CD3EFD5-1176-0180-ED25-01180FD011C3}"/>
              </a:ext>
            </a:extLst>
          </p:cNvPr>
          <p:cNvSpPr>
            <a:spLocks noGrp="1"/>
          </p:cNvSpPr>
          <p:nvPr>
            <p:ph type="body" sz="quarter" idx="21"/>
          </p:nvPr>
        </p:nvSpPr>
        <p:spPr>
          <a:xfrm>
            <a:off x="8044544" y="1664441"/>
            <a:ext cx="3980220" cy="4509590"/>
          </a:xfrm>
        </p:spPr>
        <p:txBody>
          <a:bodyPr anchor="t"/>
          <a:lstStyle/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kumimoji="1" lang="en-US" altLang="ko-KR" dirty="0">
                <a:latin typeface="NanumGothic" panose="020D0604000000000000" pitchFamily="34" charset="-127"/>
                <a:ea typeface="NanumGothic" panose="020D0604000000000000" pitchFamily="34" charset="-127"/>
              </a:rPr>
              <a:t>Azure </a:t>
            </a:r>
            <a:r>
              <a:rPr kumimoji="1" lang="ko-KR" altLang="en-US" dirty="0">
                <a:latin typeface="NanumGothic" panose="020D0604000000000000" pitchFamily="34" charset="-127"/>
                <a:ea typeface="NanumGothic" panose="020D0604000000000000" pitchFamily="34" charset="-127"/>
              </a:rPr>
              <a:t>콘솔 </a:t>
            </a:r>
            <a:r>
              <a:rPr kumimoji="1" lang="en-US" altLang="ko-KR" dirty="0">
                <a:latin typeface="NanumGothic" panose="020D0604000000000000" pitchFamily="34" charset="-127"/>
                <a:ea typeface="NanumGothic" panose="020D0604000000000000" pitchFamily="34" charset="-127"/>
              </a:rPr>
              <a:t>&gt; </a:t>
            </a:r>
            <a:r>
              <a:rPr kumimoji="1" lang="ko-KR" altLang="en-US" dirty="0">
                <a:latin typeface="NanumGothic" panose="020D0604000000000000" pitchFamily="34" charset="-127"/>
                <a:ea typeface="NanumGothic" panose="020D0604000000000000" pitchFamily="34" charset="-127"/>
              </a:rPr>
              <a:t>키 자격 증명 모음</a:t>
            </a:r>
            <a:endParaRPr kumimoji="1" lang="en-US" altLang="ko-KR" dirty="0">
              <a:latin typeface="NanumGothic" panose="020D0604000000000000" pitchFamily="34" charset="-127"/>
              <a:ea typeface="NanumGothic" panose="020D0604000000000000" pitchFamily="34" charset="-127"/>
            </a:endParaRP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kumimoji="1" lang="ko-KR" altLang="en-US" dirty="0">
                <a:latin typeface="NanumGothic" panose="020D0604000000000000" pitchFamily="34" charset="-127"/>
                <a:ea typeface="NanumGothic" panose="020D0604000000000000" pitchFamily="34" charset="-127"/>
              </a:rPr>
              <a:t>만들기 클릭</a:t>
            </a:r>
            <a:endParaRPr kumimoji="1" lang="en-US" altLang="ko-KR" dirty="0">
              <a:latin typeface="NanumGothic" panose="020D0604000000000000" pitchFamily="34" charset="-127"/>
              <a:ea typeface="NanumGothic" panose="020D0604000000000000" pitchFamily="34" charset="-127"/>
            </a:endParaRP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1424E80-972C-E5D0-DF28-25F5B9BDE547}"/>
              </a:ext>
            </a:extLst>
          </p:cNvPr>
          <p:cNvSpPr txBox="1">
            <a:spLocks/>
          </p:cNvSpPr>
          <p:nvPr/>
        </p:nvSpPr>
        <p:spPr>
          <a:xfrm>
            <a:off x="5883116" y="6424779"/>
            <a:ext cx="423452" cy="365343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ctr" defTabSz="457200" rtl="0" eaLnBrk="1" latinLnBrk="0" hangingPunct="1"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DBA1B0FB-D917-4C8C-928F-313BD683BF39}" type="slidenum">
              <a:rPr lang="en-US" smtClean="0">
                <a:solidFill>
                  <a:srgbClr val="173F69"/>
                </a:solidFill>
              </a:rPr>
              <a:pPr/>
              <a:t>25</a:t>
            </a:fld>
            <a:endParaRPr lang="en-US">
              <a:solidFill>
                <a:srgbClr val="173F69"/>
              </a:solidFill>
            </a:endParaRPr>
          </a:p>
        </p:txBody>
      </p:sp>
      <p:pic>
        <p:nvPicPr>
          <p:cNvPr id="12" name="그림 11">
            <a:extLst>
              <a:ext uri="{FF2B5EF4-FFF2-40B4-BE49-F238E27FC236}">
                <a16:creationId xmlns:a16="http://schemas.microsoft.com/office/drawing/2014/main" id="{5F037187-7797-38A4-0F32-01F75AADE25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217693" y="2709392"/>
            <a:ext cx="3620005" cy="241968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61482680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D81C71B-B0BF-4135-D547-E36DD1DE7E1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0B2048CA-4899-FF80-7795-4DECDC3F01B0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/>
        <p:txBody>
          <a:bodyPr/>
          <a:lstStyle/>
          <a:p>
            <a:r>
              <a:rPr kumimoji="1" lang="en-US" altLang="ko-KR" dirty="0">
                <a:latin typeface="나눔고딕" pitchFamily="2" charset="-127"/>
                <a:ea typeface="나눔고딕" pitchFamily="2" charset="-127"/>
              </a:rPr>
              <a:t>2. </a:t>
            </a:r>
            <a:r>
              <a:rPr kumimoji="1" lang="ko-KR" altLang="en-US" dirty="0">
                <a:latin typeface="나눔고딕" pitchFamily="2" charset="-127"/>
                <a:ea typeface="나눔고딕" pitchFamily="2" charset="-127"/>
              </a:rPr>
              <a:t>고객 관리 키 </a:t>
            </a:r>
            <a:r>
              <a:rPr kumimoji="1" lang="en-US" altLang="ko-KR" dirty="0">
                <a:latin typeface="나눔고딕" pitchFamily="2" charset="-127"/>
                <a:ea typeface="나눔고딕" pitchFamily="2" charset="-127"/>
              </a:rPr>
              <a:t>(CMK)</a:t>
            </a:r>
            <a:endParaRPr kumimoji="1" lang="ko-KR" altLang="en-US" dirty="0">
              <a:latin typeface="나눔고딕" pitchFamily="2" charset="-127"/>
              <a:ea typeface="나눔고딕" pitchFamily="2" charset="-127"/>
            </a:endParaRPr>
          </a:p>
        </p:txBody>
      </p:sp>
      <p:sp>
        <p:nvSpPr>
          <p:cNvPr id="5" name="텍스트 개체 틀 4">
            <a:extLst>
              <a:ext uri="{FF2B5EF4-FFF2-40B4-BE49-F238E27FC236}">
                <a16:creationId xmlns:a16="http://schemas.microsoft.com/office/drawing/2014/main" id="{4D727505-A4C8-1BBA-7A79-6A535BA235FE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167237" y="757921"/>
            <a:ext cx="10592845" cy="350285"/>
          </a:xfrm>
        </p:spPr>
        <p:txBody>
          <a:bodyPr vert="horz" lIns="91440" tIns="45720" rIns="91440" bIns="45720" rtlCol="0" anchor="ctr">
            <a:noAutofit/>
          </a:bodyPr>
          <a:lstStyle/>
          <a:p>
            <a:r>
              <a:rPr lang="en-US" altLang="ko-KR" sz="1400" dirty="0">
                <a:solidFill>
                  <a:srgbClr val="1F3B63"/>
                </a:solidFill>
                <a:latin typeface="나눔고딕" pitchFamily="2" charset="-127"/>
                <a:ea typeface="나눔고딕" pitchFamily="2" charset="-127"/>
              </a:rPr>
              <a:t>2-1-2. </a:t>
            </a:r>
            <a:r>
              <a:rPr lang="ko-KR" altLang="en-US" sz="1400" dirty="0">
                <a:solidFill>
                  <a:srgbClr val="1F3B63"/>
                </a:solidFill>
                <a:latin typeface="나눔고딕" pitchFamily="2" charset="-127"/>
                <a:ea typeface="나눔고딕" pitchFamily="2" charset="-127"/>
              </a:rPr>
              <a:t>자격 증명 모음 생성</a:t>
            </a:r>
          </a:p>
        </p:txBody>
      </p:sp>
      <p:sp>
        <p:nvSpPr>
          <p:cNvPr id="7" name="텍스트 개체 틀 6">
            <a:extLst>
              <a:ext uri="{FF2B5EF4-FFF2-40B4-BE49-F238E27FC236}">
                <a16:creationId xmlns:a16="http://schemas.microsoft.com/office/drawing/2014/main" id="{822A65D1-A549-D9B5-FC9B-7A59BBAC7FE2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/>
        <p:txBody>
          <a:bodyPr/>
          <a:lstStyle/>
          <a:p>
            <a:r>
              <a:rPr kumimoji="1" lang="ko-KR" altLang="en-US" sz="1400" b="0">
                <a:latin typeface="나눔고딕" pitchFamily="2" charset="-127"/>
                <a:ea typeface="나눔고딕" pitchFamily="2" charset="-127"/>
              </a:rPr>
              <a:t>이미지</a:t>
            </a:r>
          </a:p>
        </p:txBody>
      </p:sp>
      <p:sp>
        <p:nvSpPr>
          <p:cNvPr id="8" name="텍스트 개체 틀 7">
            <a:extLst>
              <a:ext uri="{FF2B5EF4-FFF2-40B4-BE49-F238E27FC236}">
                <a16:creationId xmlns:a16="http://schemas.microsoft.com/office/drawing/2014/main" id="{7669BC5A-E90F-B15A-6948-7C9F594C6269}"/>
              </a:ext>
            </a:extLst>
          </p:cNvPr>
          <p:cNvSpPr>
            <a:spLocks noGrp="1"/>
          </p:cNvSpPr>
          <p:nvPr>
            <p:ph type="body" sz="quarter" idx="20"/>
          </p:nvPr>
        </p:nvSpPr>
        <p:spPr/>
        <p:txBody>
          <a:bodyPr/>
          <a:lstStyle/>
          <a:p>
            <a:r>
              <a:rPr kumimoji="1" lang="ko-KR" altLang="en-US" sz="1400" b="0">
                <a:latin typeface="나눔고딕" pitchFamily="2" charset="-127"/>
                <a:ea typeface="나눔고딕" pitchFamily="2" charset="-127"/>
              </a:rPr>
              <a:t>설명</a:t>
            </a:r>
            <a:endParaRPr kumimoji="1" lang="en-US" altLang="ko-KR" sz="1400" b="0">
              <a:latin typeface="나눔고딕" pitchFamily="2" charset="-127"/>
              <a:ea typeface="나눔고딕" pitchFamily="2" charset="-127"/>
            </a:endParaRPr>
          </a:p>
        </p:txBody>
      </p:sp>
      <p:sp>
        <p:nvSpPr>
          <p:cNvPr id="9" name="텍스트 개체 틀 8">
            <a:extLst>
              <a:ext uri="{FF2B5EF4-FFF2-40B4-BE49-F238E27FC236}">
                <a16:creationId xmlns:a16="http://schemas.microsoft.com/office/drawing/2014/main" id="{9FD0EC8B-7011-47EA-C9DE-40733F3A9FBB}"/>
              </a:ext>
            </a:extLst>
          </p:cNvPr>
          <p:cNvSpPr>
            <a:spLocks noGrp="1"/>
          </p:cNvSpPr>
          <p:nvPr>
            <p:ph type="body" sz="quarter" idx="21"/>
          </p:nvPr>
        </p:nvSpPr>
        <p:spPr>
          <a:xfrm>
            <a:off x="8044544" y="1664441"/>
            <a:ext cx="3980220" cy="4509590"/>
          </a:xfrm>
        </p:spPr>
        <p:txBody>
          <a:bodyPr anchor="t"/>
          <a:lstStyle/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kumimoji="1" lang="ko-KR" altLang="en-US" dirty="0">
                <a:latin typeface="NanumGothic" panose="020D0604000000000000" pitchFamily="34" charset="-127"/>
                <a:ea typeface="NanumGothic" panose="020D0604000000000000" pitchFamily="34" charset="-127"/>
              </a:rPr>
              <a:t>리소스 그룹</a:t>
            </a:r>
            <a:r>
              <a:rPr kumimoji="1" lang="en-US" altLang="ko-KR" dirty="0">
                <a:latin typeface="NanumGothic" panose="020D0604000000000000" pitchFamily="34" charset="-127"/>
                <a:ea typeface="NanumGothic" panose="020D0604000000000000" pitchFamily="34" charset="-127"/>
              </a:rPr>
              <a:t>, </a:t>
            </a:r>
            <a:r>
              <a:rPr kumimoji="1" lang="ko-KR" altLang="en-US" dirty="0">
                <a:latin typeface="NanumGothic" panose="020D0604000000000000" pitchFamily="34" charset="-127"/>
                <a:ea typeface="NanumGothic" panose="020D0604000000000000" pitchFamily="34" charset="-127"/>
              </a:rPr>
              <a:t>지역 선택</a:t>
            </a:r>
            <a:endParaRPr kumimoji="1" lang="en-US" altLang="ko-KR" dirty="0">
              <a:latin typeface="NanumGothic" panose="020D0604000000000000" pitchFamily="34" charset="-127"/>
              <a:ea typeface="NanumGothic" panose="020D0604000000000000" pitchFamily="34" charset="-127"/>
            </a:endParaRP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kumimoji="1" lang="ko-KR" altLang="en-US" dirty="0">
                <a:latin typeface="NanumGothic" panose="020D0604000000000000" pitchFamily="34" charset="-127"/>
                <a:ea typeface="NanumGothic" panose="020D0604000000000000" pitchFamily="34" charset="-127"/>
              </a:rPr>
              <a:t>주요 자격 증명 모음 이름</a:t>
            </a:r>
            <a:r>
              <a:rPr kumimoji="1" lang="en-US" altLang="ko-KR" dirty="0">
                <a:latin typeface="NanumGothic" panose="020D0604000000000000" pitchFamily="34" charset="-127"/>
                <a:ea typeface="NanumGothic" panose="020D0604000000000000" pitchFamily="34" charset="-127"/>
              </a:rPr>
              <a:t> </a:t>
            </a:r>
            <a:r>
              <a:rPr kumimoji="1" lang="ko-KR" altLang="en-US" dirty="0">
                <a:latin typeface="NanumGothic" panose="020D0604000000000000" pitchFamily="34" charset="-127"/>
                <a:ea typeface="NanumGothic" panose="020D0604000000000000" pitchFamily="34" charset="-127"/>
              </a:rPr>
              <a:t>설정</a:t>
            </a:r>
            <a:endParaRPr kumimoji="1" lang="en-US" altLang="ko-KR" dirty="0">
              <a:latin typeface="NanumGothic" panose="020D0604000000000000" pitchFamily="34" charset="-127"/>
              <a:ea typeface="NanumGothic" panose="020D0604000000000000" pitchFamily="34" charset="-127"/>
            </a:endParaRP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kumimoji="1" lang="ko-KR" altLang="en-US" dirty="0">
                <a:latin typeface="NanumGothic" panose="020D0604000000000000" pitchFamily="34" charset="-127"/>
                <a:ea typeface="NanumGothic" panose="020D0604000000000000" pitchFamily="34" charset="-127"/>
              </a:rPr>
              <a:t>가격 책정 계층</a:t>
            </a:r>
            <a:r>
              <a:rPr kumimoji="1" lang="en-US" altLang="ko-KR" dirty="0">
                <a:latin typeface="NanumGothic" panose="020D0604000000000000" pitchFamily="34" charset="-127"/>
                <a:ea typeface="NanumGothic" panose="020D0604000000000000" pitchFamily="34" charset="-127"/>
              </a:rPr>
              <a:t>: </a:t>
            </a:r>
            <a:r>
              <a:rPr kumimoji="1" lang="ko-KR" altLang="en-US" dirty="0">
                <a:latin typeface="NanumGothic" panose="020D0604000000000000" pitchFamily="34" charset="-127"/>
                <a:ea typeface="NanumGothic" panose="020D0604000000000000" pitchFamily="34" charset="-127"/>
              </a:rPr>
              <a:t>표준</a:t>
            </a:r>
            <a:endParaRPr kumimoji="1" lang="en-US" altLang="ko-KR" dirty="0">
              <a:latin typeface="NanumGothic" panose="020D0604000000000000" pitchFamily="34" charset="-127"/>
              <a:ea typeface="NanumGothic" panose="020D0604000000000000" pitchFamily="34" charset="-127"/>
            </a:endParaRP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kumimoji="1" lang="en-US" altLang="ko-KR" dirty="0">
                <a:latin typeface="NanumGothic" panose="020D0604000000000000" pitchFamily="34" charset="-127"/>
                <a:ea typeface="NanumGothic" panose="020D0604000000000000" pitchFamily="34" charset="-127"/>
              </a:rPr>
              <a:t>‘</a:t>
            </a:r>
            <a:r>
              <a:rPr kumimoji="1" lang="ko-KR" altLang="en-US" dirty="0">
                <a:latin typeface="NanumGothic" panose="020D0604000000000000" pitchFamily="34" charset="-127"/>
                <a:ea typeface="NanumGothic" panose="020D0604000000000000" pitchFamily="34" charset="-127"/>
              </a:rPr>
              <a:t>다음</a:t>
            </a:r>
            <a:r>
              <a:rPr kumimoji="1" lang="en-US" altLang="ko-KR" dirty="0">
                <a:latin typeface="NanumGothic" panose="020D0604000000000000" pitchFamily="34" charset="-127"/>
                <a:ea typeface="NanumGothic" panose="020D0604000000000000" pitchFamily="34" charset="-127"/>
              </a:rPr>
              <a:t>‘ </a:t>
            </a:r>
            <a:r>
              <a:rPr kumimoji="1" lang="ko-KR" altLang="en-US" dirty="0">
                <a:latin typeface="NanumGothic" panose="020D0604000000000000" pitchFamily="34" charset="-127"/>
                <a:ea typeface="NanumGothic" panose="020D0604000000000000" pitchFamily="34" charset="-127"/>
              </a:rPr>
              <a:t>클릭</a:t>
            </a:r>
            <a:endParaRPr kumimoji="1" lang="en-US" altLang="ko-KR" dirty="0">
              <a:latin typeface="NanumGothic" panose="020D0604000000000000" pitchFamily="34" charset="-127"/>
              <a:ea typeface="NanumGothic" panose="020D0604000000000000" pitchFamily="34" charset="-127"/>
            </a:endParaRP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kumimoji="1" lang="en-US" altLang="ko-KR" dirty="0">
                <a:latin typeface="NanumGothic" panose="020D0604000000000000" pitchFamily="34" charset="-127"/>
                <a:ea typeface="NanumGothic" panose="020D0604000000000000" pitchFamily="34" charset="-127"/>
              </a:rPr>
              <a:t>Azure </a:t>
            </a:r>
            <a:r>
              <a:rPr kumimoji="1" lang="ko-KR" altLang="en-US" dirty="0">
                <a:latin typeface="NanumGothic" panose="020D0604000000000000" pitchFamily="34" charset="-127"/>
                <a:ea typeface="NanumGothic" panose="020D0604000000000000" pitchFamily="34" charset="-127"/>
              </a:rPr>
              <a:t>역할 기반 액세스 제어</a:t>
            </a:r>
            <a:r>
              <a:rPr kumimoji="1" lang="en-US" altLang="ko-KR" dirty="0">
                <a:latin typeface="NanumGothic" panose="020D0604000000000000" pitchFamily="34" charset="-127"/>
                <a:ea typeface="NanumGothic" panose="020D0604000000000000" pitchFamily="34" charset="-127"/>
              </a:rPr>
              <a:t>(RBAC) </a:t>
            </a:r>
            <a:r>
              <a:rPr kumimoji="1" lang="ko-KR" altLang="en-US" dirty="0">
                <a:latin typeface="NanumGothic" panose="020D0604000000000000" pitchFamily="34" charset="-127"/>
                <a:ea typeface="NanumGothic" panose="020D0604000000000000" pitchFamily="34" charset="-127"/>
              </a:rPr>
              <a:t>선택 후 </a:t>
            </a:r>
            <a:r>
              <a:rPr kumimoji="1" lang="en-US" altLang="ko-KR" dirty="0">
                <a:latin typeface="NanumGothic" panose="020D0604000000000000" pitchFamily="34" charset="-127"/>
                <a:ea typeface="NanumGothic" panose="020D0604000000000000" pitchFamily="34" charset="-127"/>
              </a:rPr>
              <a:t>‘</a:t>
            </a:r>
            <a:r>
              <a:rPr kumimoji="1" lang="ko-KR" altLang="en-US" dirty="0">
                <a:latin typeface="NanumGothic" panose="020D0604000000000000" pitchFamily="34" charset="-127"/>
                <a:ea typeface="NanumGothic" panose="020D0604000000000000" pitchFamily="34" charset="-127"/>
              </a:rPr>
              <a:t>검토 </a:t>
            </a:r>
            <a:r>
              <a:rPr kumimoji="1" lang="en-US" altLang="ko-KR" dirty="0">
                <a:latin typeface="NanumGothic" panose="020D0604000000000000" pitchFamily="34" charset="-127"/>
                <a:ea typeface="NanumGothic" panose="020D0604000000000000" pitchFamily="34" charset="-127"/>
              </a:rPr>
              <a:t>+ </a:t>
            </a:r>
            <a:r>
              <a:rPr kumimoji="1" lang="ko-KR" altLang="en-US" dirty="0">
                <a:latin typeface="NanumGothic" panose="020D0604000000000000" pitchFamily="34" charset="-127"/>
                <a:ea typeface="NanumGothic" panose="020D0604000000000000" pitchFamily="34" charset="-127"/>
              </a:rPr>
              <a:t>만들기</a:t>
            </a:r>
            <a:r>
              <a:rPr kumimoji="1" lang="en-US" altLang="ko-KR" dirty="0">
                <a:latin typeface="NanumGothic" panose="020D0604000000000000" pitchFamily="34" charset="-127"/>
                <a:ea typeface="NanumGothic" panose="020D0604000000000000" pitchFamily="34" charset="-127"/>
              </a:rPr>
              <a:t>‘ </a:t>
            </a:r>
            <a:r>
              <a:rPr kumimoji="1" lang="ko-KR" altLang="en-US" dirty="0">
                <a:latin typeface="NanumGothic" panose="020D0604000000000000" pitchFamily="34" charset="-127"/>
                <a:ea typeface="NanumGothic" panose="020D0604000000000000" pitchFamily="34" charset="-127"/>
              </a:rPr>
              <a:t>클릭</a:t>
            </a:r>
            <a:endParaRPr kumimoji="1" lang="en-US" altLang="ko-KR" dirty="0">
              <a:latin typeface="NanumGothic" panose="020D0604000000000000" pitchFamily="34" charset="-127"/>
              <a:ea typeface="NanumGothic" panose="020D0604000000000000" pitchFamily="34" charset="-127"/>
            </a:endParaRP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5436C93-AE74-9A91-5403-B97D96EE5055}"/>
              </a:ext>
            </a:extLst>
          </p:cNvPr>
          <p:cNvSpPr txBox="1">
            <a:spLocks/>
          </p:cNvSpPr>
          <p:nvPr/>
        </p:nvSpPr>
        <p:spPr>
          <a:xfrm>
            <a:off x="5883116" y="6424779"/>
            <a:ext cx="423452" cy="365343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ctr" defTabSz="457200" rtl="0" eaLnBrk="1" latinLnBrk="0" hangingPunct="1"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DBA1B0FB-D917-4C8C-928F-313BD683BF39}" type="slidenum">
              <a:rPr lang="en-US" smtClean="0">
                <a:solidFill>
                  <a:srgbClr val="173F69"/>
                </a:solidFill>
              </a:rPr>
              <a:pPr/>
              <a:t>26</a:t>
            </a:fld>
            <a:endParaRPr lang="en-US">
              <a:solidFill>
                <a:srgbClr val="173F69"/>
              </a:solidFill>
            </a:endParaRPr>
          </a:p>
        </p:txBody>
      </p:sp>
      <p:pic>
        <p:nvPicPr>
          <p:cNvPr id="11" name="그림 10">
            <a:extLst>
              <a:ext uri="{FF2B5EF4-FFF2-40B4-BE49-F238E27FC236}">
                <a16:creationId xmlns:a16="http://schemas.microsoft.com/office/drawing/2014/main" id="{7B2E7469-FD19-063A-C746-610CC2AA791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71424" y="1733819"/>
            <a:ext cx="3184682" cy="4366260"/>
          </a:xfrm>
          <a:prstGeom prst="rect">
            <a:avLst/>
          </a:prstGeom>
        </p:spPr>
      </p:pic>
      <p:pic>
        <p:nvPicPr>
          <p:cNvPr id="14" name="그림 13">
            <a:extLst>
              <a:ext uri="{FF2B5EF4-FFF2-40B4-BE49-F238E27FC236}">
                <a16:creationId xmlns:a16="http://schemas.microsoft.com/office/drawing/2014/main" id="{84D1CFDD-8F2D-B51E-B595-B07F958935F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752526" y="1753982"/>
            <a:ext cx="2261179" cy="434609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10941509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AA3DBAC-20CA-789A-730E-8FD90FED7B1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37ABA534-5718-52C8-C871-667A59D375A9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/>
        <p:txBody>
          <a:bodyPr/>
          <a:lstStyle/>
          <a:p>
            <a:r>
              <a:rPr kumimoji="1" lang="en-US" altLang="ko-KR" dirty="0">
                <a:latin typeface="나눔고딕" pitchFamily="2" charset="-127"/>
                <a:ea typeface="나눔고딕" pitchFamily="2" charset="-127"/>
              </a:rPr>
              <a:t>2. </a:t>
            </a:r>
            <a:r>
              <a:rPr kumimoji="1" lang="ko-KR" altLang="en-US" dirty="0">
                <a:latin typeface="나눔고딕" pitchFamily="2" charset="-127"/>
                <a:ea typeface="나눔고딕" pitchFamily="2" charset="-127"/>
              </a:rPr>
              <a:t>고객 관리 키 </a:t>
            </a:r>
            <a:r>
              <a:rPr kumimoji="1" lang="en-US" altLang="ko-KR" dirty="0">
                <a:latin typeface="나눔고딕" pitchFamily="2" charset="-127"/>
                <a:ea typeface="나눔고딕" pitchFamily="2" charset="-127"/>
              </a:rPr>
              <a:t>(CMK)</a:t>
            </a:r>
            <a:endParaRPr kumimoji="1" lang="ko-KR" altLang="en-US" dirty="0">
              <a:latin typeface="나눔고딕" pitchFamily="2" charset="-127"/>
              <a:ea typeface="나눔고딕" pitchFamily="2" charset="-127"/>
            </a:endParaRPr>
          </a:p>
        </p:txBody>
      </p:sp>
      <p:sp>
        <p:nvSpPr>
          <p:cNvPr id="5" name="텍스트 개체 틀 4">
            <a:extLst>
              <a:ext uri="{FF2B5EF4-FFF2-40B4-BE49-F238E27FC236}">
                <a16:creationId xmlns:a16="http://schemas.microsoft.com/office/drawing/2014/main" id="{88367FF7-B3CA-773C-60F4-F95E2AE274FF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167237" y="757921"/>
            <a:ext cx="10592845" cy="350285"/>
          </a:xfrm>
        </p:spPr>
        <p:txBody>
          <a:bodyPr vert="horz" lIns="91440" tIns="45720" rIns="91440" bIns="45720" rtlCol="0" anchor="ctr">
            <a:noAutofit/>
          </a:bodyPr>
          <a:lstStyle/>
          <a:p>
            <a:r>
              <a:rPr lang="en-US" altLang="ko-KR" sz="1400" dirty="0">
                <a:solidFill>
                  <a:srgbClr val="1F3B63"/>
                </a:solidFill>
                <a:latin typeface="나눔고딕" pitchFamily="2" charset="-127"/>
                <a:ea typeface="나눔고딕" pitchFamily="2" charset="-127"/>
              </a:rPr>
              <a:t>2-2-1. </a:t>
            </a:r>
            <a:r>
              <a:rPr lang="ko-KR" altLang="en-US" sz="1400" dirty="0">
                <a:solidFill>
                  <a:srgbClr val="1F3B63"/>
                </a:solidFill>
                <a:latin typeface="나눔고딕" pitchFamily="2" charset="-127"/>
                <a:ea typeface="나눔고딕" pitchFamily="2" charset="-127"/>
              </a:rPr>
              <a:t>키 액세스 제어 역할 할당</a:t>
            </a:r>
          </a:p>
        </p:txBody>
      </p:sp>
      <p:sp>
        <p:nvSpPr>
          <p:cNvPr id="7" name="텍스트 개체 틀 6">
            <a:extLst>
              <a:ext uri="{FF2B5EF4-FFF2-40B4-BE49-F238E27FC236}">
                <a16:creationId xmlns:a16="http://schemas.microsoft.com/office/drawing/2014/main" id="{3E3211C2-D557-0758-397C-29CBF7B1D9AA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/>
        <p:txBody>
          <a:bodyPr/>
          <a:lstStyle/>
          <a:p>
            <a:r>
              <a:rPr kumimoji="1" lang="ko-KR" altLang="en-US" sz="1400" b="0">
                <a:latin typeface="나눔고딕" pitchFamily="2" charset="-127"/>
                <a:ea typeface="나눔고딕" pitchFamily="2" charset="-127"/>
              </a:rPr>
              <a:t>이미지</a:t>
            </a:r>
          </a:p>
        </p:txBody>
      </p:sp>
      <p:sp>
        <p:nvSpPr>
          <p:cNvPr id="8" name="텍스트 개체 틀 7">
            <a:extLst>
              <a:ext uri="{FF2B5EF4-FFF2-40B4-BE49-F238E27FC236}">
                <a16:creationId xmlns:a16="http://schemas.microsoft.com/office/drawing/2014/main" id="{B7C11BC0-E6F7-4192-4AB6-9B6FBC1A25AF}"/>
              </a:ext>
            </a:extLst>
          </p:cNvPr>
          <p:cNvSpPr>
            <a:spLocks noGrp="1"/>
          </p:cNvSpPr>
          <p:nvPr>
            <p:ph type="body" sz="quarter" idx="20"/>
          </p:nvPr>
        </p:nvSpPr>
        <p:spPr/>
        <p:txBody>
          <a:bodyPr/>
          <a:lstStyle/>
          <a:p>
            <a:r>
              <a:rPr kumimoji="1" lang="ko-KR" altLang="en-US" sz="1400" b="0">
                <a:latin typeface="나눔고딕" pitchFamily="2" charset="-127"/>
                <a:ea typeface="나눔고딕" pitchFamily="2" charset="-127"/>
              </a:rPr>
              <a:t>설명</a:t>
            </a:r>
            <a:endParaRPr kumimoji="1" lang="en-US" altLang="ko-KR" sz="1400" b="0">
              <a:latin typeface="나눔고딕" pitchFamily="2" charset="-127"/>
              <a:ea typeface="나눔고딕" pitchFamily="2" charset="-127"/>
            </a:endParaRPr>
          </a:p>
        </p:txBody>
      </p:sp>
      <p:sp>
        <p:nvSpPr>
          <p:cNvPr id="9" name="텍스트 개체 틀 8">
            <a:extLst>
              <a:ext uri="{FF2B5EF4-FFF2-40B4-BE49-F238E27FC236}">
                <a16:creationId xmlns:a16="http://schemas.microsoft.com/office/drawing/2014/main" id="{3BC50843-6EA5-5E08-B356-221BF279FCA9}"/>
              </a:ext>
            </a:extLst>
          </p:cNvPr>
          <p:cNvSpPr>
            <a:spLocks noGrp="1"/>
          </p:cNvSpPr>
          <p:nvPr>
            <p:ph type="body" sz="quarter" idx="21"/>
          </p:nvPr>
        </p:nvSpPr>
        <p:spPr>
          <a:xfrm>
            <a:off x="8044544" y="1664441"/>
            <a:ext cx="3980220" cy="4509590"/>
          </a:xfrm>
        </p:spPr>
        <p:txBody>
          <a:bodyPr anchor="t"/>
          <a:lstStyle/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kumimoji="1" lang="ko-KR" altLang="en-US" dirty="0">
                <a:latin typeface="NanumGothic" panose="020D0604000000000000" pitchFamily="34" charset="-127"/>
                <a:ea typeface="NanumGothic" panose="020D0604000000000000" pitchFamily="34" charset="-127"/>
              </a:rPr>
              <a:t>생성한 키 모음 접속</a:t>
            </a:r>
            <a:endParaRPr kumimoji="1" lang="en-US" altLang="ko-KR" dirty="0">
              <a:latin typeface="NanumGothic" panose="020D0604000000000000" pitchFamily="34" charset="-127"/>
              <a:ea typeface="NanumGothic" panose="020D0604000000000000" pitchFamily="34" charset="-127"/>
            </a:endParaRP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kumimoji="1" lang="ko-KR" altLang="en-US" dirty="0">
                <a:latin typeface="NanumGothic" panose="020D0604000000000000" pitchFamily="34" charset="-127"/>
                <a:ea typeface="NanumGothic" panose="020D0604000000000000" pitchFamily="34" charset="-127"/>
              </a:rPr>
              <a:t>액세스 제어</a:t>
            </a:r>
            <a:r>
              <a:rPr kumimoji="1" lang="en-US" altLang="ko-KR" dirty="0">
                <a:latin typeface="NanumGothic" panose="020D0604000000000000" pitchFamily="34" charset="-127"/>
                <a:ea typeface="NanumGothic" panose="020D0604000000000000" pitchFamily="34" charset="-127"/>
              </a:rPr>
              <a:t>(IAM) </a:t>
            </a:r>
            <a:r>
              <a:rPr kumimoji="1" lang="ko-KR" altLang="en-US" dirty="0">
                <a:latin typeface="NanumGothic" panose="020D0604000000000000" pitchFamily="34" charset="-127"/>
                <a:ea typeface="NanumGothic" panose="020D0604000000000000" pitchFamily="34" charset="-127"/>
              </a:rPr>
              <a:t>클릭</a:t>
            </a:r>
            <a:endParaRPr kumimoji="1" lang="en-US" altLang="ko-KR" dirty="0">
              <a:latin typeface="NanumGothic" panose="020D0604000000000000" pitchFamily="34" charset="-127"/>
              <a:ea typeface="NanumGothic" panose="020D0604000000000000" pitchFamily="34" charset="-127"/>
            </a:endParaRP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kumimoji="1" lang="ko-KR" altLang="en-US" dirty="0">
                <a:latin typeface="NanumGothic" panose="020D0604000000000000" pitchFamily="34" charset="-127"/>
                <a:ea typeface="NanumGothic" panose="020D0604000000000000" pitchFamily="34" charset="-127"/>
              </a:rPr>
              <a:t>추가 </a:t>
            </a:r>
            <a:r>
              <a:rPr kumimoji="1" lang="en-US" altLang="ko-KR" dirty="0">
                <a:latin typeface="NanumGothic" panose="020D0604000000000000" pitchFamily="34" charset="-127"/>
                <a:ea typeface="NanumGothic" panose="020D0604000000000000" pitchFamily="34" charset="-127"/>
              </a:rPr>
              <a:t>&gt; </a:t>
            </a:r>
            <a:r>
              <a:rPr kumimoji="1" lang="ko-KR" altLang="en-US" dirty="0">
                <a:latin typeface="NanumGothic" panose="020D0604000000000000" pitchFamily="34" charset="-127"/>
                <a:ea typeface="NanumGothic" panose="020D0604000000000000" pitchFamily="34" charset="-127"/>
              </a:rPr>
              <a:t>역할 할당 추가</a:t>
            </a:r>
            <a:endParaRPr kumimoji="1" lang="en-US" altLang="ko-KR" dirty="0">
              <a:latin typeface="NanumGothic" panose="020D0604000000000000" pitchFamily="34" charset="-127"/>
              <a:ea typeface="NanumGothic" panose="020D0604000000000000" pitchFamily="34" charset="-127"/>
            </a:endParaRP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endParaRPr kumimoji="1" lang="en-US" altLang="ko-KR" dirty="0">
              <a:latin typeface="NanumGothic" panose="020D0604000000000000" pitchFamily="34" charset="-127"/>
              <a:ea typeface="NanumGothic" panose="020D0604000000000000" pitchFamily="34" charset="-127"/>
            </a:endParaRP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F5C65B0-4440-58F1-4E19-3CB7D4BC589E}"/>
              </a:ext>
            </a:extLst>
          </p:cNvPr>
          <p:cNvSpPr txBox="1">
            <a:spLocks/>
          </p:cNvSpPr>
          <p:nvPr/>
        </p:nvSpPr>
        <p:spPr>
          <a:xfrm>
            <a:off x="5883116" y="6424779"/>
            <a:ext cx="423452" cy="365343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ctr" defTabSz="457200" rtl="0" eaLnBrk="1" latinLnBrk="0" hangingPunct="1"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DBA1B0FB-D917-4C8C-928F-313BD683BF39}" type="slidenum">
              <a:rPr lang="en-US" smtClean="0">
                <a:solidFill>
                  <a:srgbClr val="173F69"/>
                </a:solidFill>
              </a:rPr>
              <a:pPr/>
              <a:t>27</a:t>
            </a:fld>
            <a:endParaRPr lang="en-US">
              <a:solidFill>
                <a:srgbClr val="173F69"/>
              </a:solidFill>
            </a:endParaRPr>
          </a:p>
        </p:txBody>
      </p:sp>
      <p:pic>
        <p:nvPicPr>
          <p:cNvPr id="4" name="그림 3">
            <a:extLst>
              <a:ext uri="{FF2B5EF4-FFF2-40B4-BE49-F238E27FC236}">
                <a16:creationId xmlns:a16="http://schemas.microsoft.com/office/drawing/2014/main" id="{4685C08E-9754-010F-4B1C-63E62730A18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022403" y="2352155"/>
            <a:ext cx="4010585" cy="313416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88132894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8B7959A-522E-43DE-D932-6EB7AF2BC36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49F35B2E-5622-86AC-CAB1-70A1264D6C4D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/>
        <p:txBody>
          <a:bodyPr/>
          <a:lstStyle/>
          <a:p>
            <a:r>
              <a:rPr kumimoji="1" lang="en-US" altLang="ko-KR" dirty="0">
                <a:latin typeface="나눔고딕" pitchFamily="2" charset="-127"/>
                <a:ea typeface="나눔고딕" pitchFamily="2" charset="-127"/>
              </a:rPr>
              <a:t>2. </a:t>
            </a:r>
            <a:r>
              <a:rPr kumimoji="1" lang="ko-KR" altLang="en-US" dirty="0">
                <a:latin typeface="나눔고딕" pitchFamily="2" charset="-127"/>
                <a:ea typeface="나눔고딕" pitchFamily="2" charset="-127"/>
              </a:rPr>
              <a:t>고객 관리 키 </a:t>
            </a:r>
            <a:r>
              <a:rPr kumimoji="1" lang="en-US" altLang="ko-KR" dirty="0">
                <a:latin typeface="나눔고딕" pitchFamily="2" charset="-127"/>
                <a:ea typeface="나눔고딕" pitchFamily="2" charset="-127"/>
              </a:rPr>
              <a:t>(CMK)</a:t>
            </a:r>
            <a:endParaRPr kumimoji="1" lang="ko-KR" altLang="en-US" dirty="0">
              <a:latin typeface="나눔고딕" pitchFamily="2" charset="-127"/>
              <a:ea typeface="나눔고딕" pitchFamily="2" charset="-127"/>
            </a:endParaRPr>
          </a:p>
        </p:txBody>
      </p:sp>
      <p:sp>
        <p:nvSpPr>
          <p:cNvPr id="5" name="텍스트 개체 틀 4">
            <a:extLst>
              <a:ext uri="{FF2B5EF4-FFF2-40B4-BE49-F238E27FC236}">
                <a16:creationId xmlns:a16="http://schemas.microsoft.com/office/drawing/2014/main" id="{80E27E14-3F65-85DA-54CF-2D1380D2798E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167237" y="757921"/>
            <a:ext cx="10592845" cy="350285"/>
          </a:xfrm>
        </p:spPr>
        <p:txBody>
          <a:bodyPr vert="horz" lIns="91440" tIns="45720" rIns="91440" bIns="45720" rtlCol="0" anchor="ctr">
            <a:noAutofit/>
          </a:bodyPr>
          <a:lstStyle/>
          <a:p>
            <a:r>
              <a:rPr lang="en-US" altLang="ko-KR" sz="1400" dirty="0">
                <a:solidFill>
                  <a:srgbClr val="1F3B63"/>
                </a:solidFill>
                <a:latin typeface="나눔고딕" pitchFamily="2" charset="-127"/>
                <a:ea typeface="나눔고딕" pitchFamily="2" charset="-127"/>
              </a:rPr>
              <a:t>2-2-2. </a:t>
            </a:r>
            <a:r>
              <a:rPr lang="ko-KR" altLang="en-US" sz="1400" dirty="0">
                <a:solidFill>
                  <a:srgbClr val="1F3B63"/>
                </a:solidFill>
                <a:latin typeface="나눔고딕" pitchFamily="2" charset="-127"/>
                <a:ea typeface="나눔고딕" pitchFamily="2" charset="-127"/>
              </a:rPr>
              <a:t>역할 할당</a:t>
            </a:r>
          </a:p>
        </p:txBody>
      </p:sp>
      <p:sp>
        <p:nvSpPr>
          <p:cNvPr id="7" name="텍스트 개체 틀 6">
            <a:extLst>
              <a:ext uri="{FF2B5EF4-FFF2-40B4-BE49-F238E27FC236}">
                <a16:creationId xmlns:a16="http://schemas.microsoft.com/office/drawing/2014/main" id="{9EF17434-5B48-4356-187A-F8B80ECAB9A5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/>
        <p:txBody>
          <a:bodyPr/>
          <a:lstStyle/>
          <a:p>
            <a:r>
              <a:rPr kumimoji="1" lang="ko-KR" altLang="en-US" sz="1400" b="0">
                <a:latin typeface="나눔고딕" pitchFamily="2" charset="-127"/>
                <a:ea typeface="나눔고딕" pitchFamily="2" charset="-127"/>
              </a:rPr>
              <a:t>이미지</a:t>
            </a:r>
          </a:p>
        </p:txBody>
      </p:sp>
      <p:sp>
        <p:nvSpPr>
          <p:cNvPr id="8" name="텍스트 개체 틀 7">
            <a:extLst>
              <a:ext uri="{FF2B5EF4-FFF2-40B4-BE49-F238E27FC236}">
                <a16:creationId xmlns:a16="http://schemas.microsoft.com/office/drawing/2014/main" id="{71131942-4A9D-B503-B81B-082A0FE0A3E4}"/>
              </a:ext>
            </a:extLst>
          </p:cNvPr>
          <p:cNvSpPr>
            <a:spLocks noGrp="1"/>
          </p:cNvSpPr>
          <p:nvPr>
            <p:ph type="body" sz="quarter" idx="20"/>
          </p:nvPr>
        </p:nvSpPr>
        <p:spPr/>
        <p:txBody>
          <a:bodyPr/>
          <a:lstStyle/>
          <a:p>
            <a:r>
              <a:rPr kumimoji="1" lang="ko-KR" altLang="en-US" sz="1400" b="0">
                <a:latin typeface="나눔고딕" pitchFamily="2" charset="-127"/>
                <a:ea typeface="나눔고딕" pitchFamily="2" charset="-127"/>
              </a:rPr>
              <a:t>설명</a:t>
            </a:r>
            <a:endParaRPr kumimoji="1" lang="en-US" altLang="ko-KR" sz="1400" b="0">
              <a:latin typeface="나눔고딕" pitchFamily="2" charset="-127"/>
              <a:ea typeface="나눔고딕" pitchFamily="2" charset="-127"/>
            </a:endParaRPr>
          </a:p>
        </p:txBody>
      </p:sp>
      <p:sp>
        <p:nvSpPr>
          <p:cNvPr id="9" name="텍스트 개체 틀 8">
            <a:extLst>
              <a:ext uri="{FF2B5EF4-FFF2-40B4-BE49-F238E27FC236}">
                <a16:creationId xmlns:a16="http://schemas.microsoft.com/office/drawing/2014/main" id="{5882C927-3D4A-06B9-BCFB-00A95129E92D}"/>
              </a:ext>
            </a:extLst>
          </p:cNvPr>
          <p:cNvSpPr>
            <a:spLocks noGrp="1"/>
          </p:cNvSpPr>
          <p:nvPr>
            <p:ph type="body" sz="quarter" idx="21"/>
          </p:nvPr>
        </p:nvSpPr>
        <p:spPr>
          <a:xfrm>
            <a:off x="8044544" y="1664441"/>
            <a:ext cx="3980220" cy="4509590"/>
          </a:xfrm>
        </p:spPr>
        <p:txBody>
          <a:bodyPr anchor="t"/>
          <a:lstStyle/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kumimoji="1" lang="en-US" altLang="ko-KR" dirty="0">
                <a:latin typeface="NanumGothic" panose="020D0604000000000000" pitchFamily="34" charset="-127"/>
                <a:ea typeface="NanumGothic" panose="020D0604000000000000" pitchFamily="34" charset="-127"/>
              </a:rPr>
              <a:t>Key</a:t>
            </a:r>
            <a:r>
              <a:rPr kumimoji="1" lang="ko-KR" altLang="en-US" dirty="0">
                <a:latin typeface="NanumGothic" panose="020D0604000000000000" pitchFamily="34" charset="-127"/>
                <a:ea typeface="NanumGothic" panose="020D0604000000000000" pitchFamily="34" charset="-127"/>
              </a:rPr>
              <a:t> </a:t>
            </a:r>
            <a:r>
              <a:rPr kumimoji="1" lang="en-US" altLang="ko-KR" dirty="0">
                <a:latin typeface="NanumGothic" panose="020D0604000000000000" pitchFamily="34" charset="-127"/>
                <a:ea typeface="NanumGothic" panose="020D0604000000000000" pitchFamily="34" charset="-127"/>
              </a:rPr>
              <a:t>Vault</a:t>
            </a:r>
            <a:r>
              <a:rPr kumimoji="1" lang="ko-KR" altLang="en-US" dirty="0">
                <a:latin typeface="NanumGothic" panose="020D0604000000000000" pitchFamily="34" charset="-127"/>
                <a:ea typeface="NanumGothic" panose="020D0604000000000000" pitchFamily="34" charset="-127"/>
              </a:rPr>
              <a:t> 관리자 선택</a:t>
            </a:r>
            <a:endParaRPr kumimoji="1" lang="en-US" altLang="ko-KR" dirty="0">
              <a:latin typeface="NanumGothic" panose="020D0604000000000000" pitchFamily="34" charset="-127"/>
              <a:ea typeface="NanumGothic" panose="020D0604000000000000" pitchFamily="34" charset="-127"/>
            </a:endParaRP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kumimoji="1" lang="ko-KR" altLang="en-US" dirty="0">
                <a:latin typeface="NanumGothic" panose="020D0604000000000000" pitchFamily="34" charset="-127"/>
                <a:ea typeface="NanumGothic" panose="020D0604000000000000" pitchFamily="34" charset="-127"/>
              </a:rPr>
              <a:t>다음 버튼 클릭</a:t>
            </a:r>
            <a:endParaRPr kumimoji="1" lang="en-US" altLang="ko-KR" dirty="0">
              <a:latin typeface="NanumGothic" panose="020D0604000000000000" pitchFamily="34" charset="-127"/>
              <a:ea typeface="NanumGothic" panose="020D0604000000000000" pitchFamily="34" charset="-127"/>
            </a:endParaRP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F99ECE0-8AFA-C9D1-448C-E8127720200C}"/>
              </a:ext>
            </a:extLst>
          </p:cNvPr>
          <p:cNvSpPr txBox="1">
            <a:spLocks/>
          </p:cNvSpPr>
          <p:nvPr/>
        </p:nvSpPr>
        <p:spPr>
          <a:xfrm>
            <a:off x="5883116" y="6424779"/>
            <a:ext cx="423452" cy="365343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ctr" defTabSz="457200" rtl="0" eaLnBrk="1" latinLnBrk="0" hangingPunct="1"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DBA1B0FB-D917-4C8C-928F-313BD683BF39}" type="slidenum">
              <a:rPr lang="en-US" smtClean="0">
                <a:solidFill>
                  <a:srgbClr val="173F69"/>
                </a:solidFill>
              </a:rPr>
              <a:pPr/>
              <a:t>28</a:t>
            </a:fld>
            <a:endParaRPr lang="en-US">
              <a:solidFill>
                <a:srgbClr val="173F69"/>
              </a:solidFill>
            </a:endParaRPr>
          </a:p>
        </p:txBody>
      </p:sp>
      <p:pic>
        <p:nvPicPr>
          <p:cNvPr id="12" name="그림 11">
            <a:extLst>
              <a:ext uri="{FF2B5EF4-FFF2-40B4-BE49-F238E27FC236}">
                <a16:creationId xmlns:a16="http://schemas.microsoft.com/office/drawing/2014/main" id="{6722E46C-4805-D3C0-9B3C-EE7719F13B4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28811" y="1797015"/>
            <a:ext cx="6197769" cy="423538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39712270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8423FCC-4A4F-860E-4F0A-3F7473443AC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D232BDE5-6DFC-2148-4F13-3DB24CEE2D55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/>
        <p:txBody>
          <a:bodyPr/>
          <a:lstStyle/>
          <a:p>
            <a:r>
              <a:rPr kumimoji="1" lang="en-US" altLang="ko-KR" dirty="0">
                <a:latin typeface="나눔고딕" pitchFamily="2" charset="-127"/>
                <a:ea typeface="나눔고딕" pitchFamily="2" charset="-127"/>
              </a:rPr>
              <a:t>2. </a:t>
            </a:r>
            <a:r>
              <a:rPr kumimoji="1" lang="ko-KR" altLang="en-US" dirty="0">
                <a:latin typeface="나눔고딕" pitchFamily="2" charset="-127"/>
                <a:ea typeface="나눔고딕" pitchFamily="2" charset="-127"/>
              </a:rPr>
              <a:t>고객 관리 키 </a:t>
            </a:r>
            <a:r>
              <a:rPr kumimoji="1" lang="en-US" altLang="ko-KR" dirty="0">
                <a:latin typeface="나눔고딕" pitchFamily="2" charset="-127"/>
                <a:ea typeface="나눔고딕" pitchFamily="2" charset="-127"/>
              </a:rPr>
              <a:t>(CMK)</a:t>
            </a:r>
            <a:endParaRPr kumimoji="1" lang="ko-KR" altLang="en-US" dirty="0">
              <a:latin typeface="나눔고딕" pitchFamily="2" charset="-127"/>
              <a:ea typeface="나눔고딕" pitchFamily="2" charset="-127"/>
            </a:endParaRPr>
          </a:p>
        </p:txBody>
      </p:sp>
      <p:sp>
        <p:nvSpPr>
          <p:cNvPr id="5" name="텍스트 개체 틀 4">
            <a:extLst>
              <a:ext uri="{FF2B5EF4-FFF2-40B4-BE49-F238E27FC236}">
                <a16:creationId xmlns:a16="http://schemas.microsoft.com/office/drawing/2014/main" id="{7A777810-AAC5-8F3F-776E-3F9FF34ACACF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167237" y="757921"/>
            <a:ext cx="10592845" cy="350285"/>
          </a:xfrm>
        </p:spPr>
        <p:txBody>
          <a:bodyPr vert="horz" lIns="91440" tIns="45720" rIns="91440" bIns="45720" rtlCol="0" anchor="ctr">
            <a:noAutofit/>
          </a:bodyPr>
          <a:lstStyle/>
          <a:p>
            <a:r>
              <a:rPr lang="en-US" altLang="ko-KR" sz="1400" dirty="0">
                <a:solidFill>
                  <a:srgbClr val="1F3B63"/>
                </a:solidFill>
                <a:latin typeface="나눔고딕" pitchFamily="2" charset="-127"/>
                <a:ea typeface="나눔고딕" pitchFamily="2" charset="-127"/>
              </a:rPr>
              <a:t>2-2-3. </a:t>
            </a:r>
            <a:r>
              <a:rPr lang="ko-KR" altLang="en-US" sz="1400" dirty="0">
                <a:solidFill>
                  <a:srgbClr val="1F3B63"/>
                </a:solidFill>
                <a:latin typeface="나눔고딕" pitchFamily="2" charset="-127"/>
                <a:ea typeface="나눔고딕" pitchFamily="2" charset="-127"/>
              </a:rPr>
              <a:t>역할 할당</a:t>
            </a:r>
          </a:p>
        </p:txBody>
      </p:sp>
      <p:sp>
        <p:nvSpPr>
          <p:cNvPr id="7" name="텍스트 개체 틀 6">
            <a:extLst>
              <a:ext uri="{FF2B5EF4-FFF2-40B4-BE49-F238E27FC236}">
                <a16:creationId xmlns:a16="http://schemas.microsoft.com/office/drawing/2014/main" id="{682A044A-DC33-8820-D132-D4E354E92BF9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/>
        <p:txBody>
          <a:bodyPr/>
          <a:lstStyle/>
          <a:p>
            <a:r>
              <a:rPr kumimoji="1" lang="ko-KR" altLang="en-US" sz="1400" b="0">
                <a:latin typeface="나눔고딕" pitchFamily="2" charset="-127"/>
                <a:ea typeface="나눔고딕" pitchFamily="2" charset="-127"/>
              </a:rPr>
              <a:t>이미지</a:t>
            </a:r>
          </a:p>
        </p:txBody>
      </p:sp>
      <p:sp>
        <p:nvSpPr>
          <p:cNvPr id="8" name="텍스트 개체 틀 7">
            <a:extLst>
              <a:ext uri="{FF2B5EF4-FFF2-40B4-BE49-F238E27FC236}">
                <a16:creationId xmlns:a16="http://schemas.microsoft.com/office/drawing/2014/main" id="{10678B86-DECB-F085-2AB1-B983C016D20B}"/>
              </a:ext>
            </a:extLst>
          </p:cNvPr>
          <p:cNvSpPr>
            <a:spLocks noGrp="1"/>
          </p:cNvSpPr>
          <p:nvPr>
            <p:ph type="body" sz="quarter" idx="20"/>
          </p:nvPr>
        </p:nvSpPr>
        <p:spPr/>
        <p:txBody>
          <a:bodyPr/>
          <a:lstStyle/>
          <a:p>
            <a:r>
              <a:rPr kumimoji="1" lang="ko-KR" altLang="en-US" sz="1400" b="0">
                <a:latin typeface="나눔고딕" pitchFamily="2" charset="-127"/>
                <a:ea typeface="나눔고딕" pitchFamily="2" charset="-127"/>
              </a:rPr>
              <a:t>설명</a:t>
            </a:r>
            <a:endParaRPr kumimoji="1" lang="en-US" altLang="ko-KR" sz="1400" b="0">
              <a:latin typeface="나눔고딕" pitchFamily="2" charset="-127"/>
              <a:ea typeface="나눔고딕" pitchFamily="2" charset="-127"/>
            </a:endParaRPr>
          </a:p>
        </p:txBody>
      </p:sp>
      <p:sp>
        <p:nvSpPr>
          <p:cNvPr id="9" name="텍스트 개체 틀 8">
            <a:extLst>
              <a:ext uri="{FF2B5EF4-FFF2-40B4-BE49-F238E27FC236}">
                <a16:creationId xmlns:a16="http://schemas.microsoft.com/office/drawing/2014/main" id="{83E3A43B-BB12-36D2-FFA3-A71C546F2218}"/>
              </a:ext>
            </a:extLst>
          </p:cNvPr>
          <p:cNvSpPr>
            <a:spLocks noGrp="1"/>
          </p:cNvSpPr>
          <p:nvPr>
            <p:ph type="body" sz="quarter" idx="21"/>
          </p:nvPr>
        </p:nvSpPr>
        <p:spPr>
          <a:xfrm>
            <a:off x="8044544" y="1664441"/>
            <a:ext cx="3980220" cy="4509590"/>
          </a:xfrm>
        </p:spPr>
        <p:txBody>
          <a:bodyPr anchor="t"/>
          <a:lstStyle/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kumimoji="1" lang="en-US" altLang="ko-KR" dirty="0">
                <a:latin typeface="NanumGothic" panose="020D0604000000000000" pitchFamily="34" charset="-127"/>
                <a:ea typeface="NanumGothic" panose="020D0604000000000000" pitchFamily="34" charset="-127"/>
              </a:rPr>
              <a:t>‘</a:t>
            </a:r>
            <a:r>
              <a:rPr kumimoji="1" lang="ko-KR" altLang="en-US" dirty="0">
                <a:latin typeface="NanumGothic" panose="020D0604000000000000" pitchFamily="34" charset="-127"/>
                <a:ea typeface="NanumGothic" panose="020D0604000000000000" pitchFamily="34" charset="-127"/>
              </a:rPr>
              <a:t>사용자</a:t>
            </a:r>
            <a:r>
              <a:rPr kumimoji="1" lang="en-US" altLang="ko-KR" dirty="0">
                <a:latin typeface="NanumGothic" panose="020D0604000000000000" pitchFamily="34" charset="-127"/>
                <a:ea typeface="NanumGothic" panose="020D0604000000000000" pitchFamily="34" charset="-127"/>
              </a:rPr>
              <a:t>, </a:t>
            </a:r>
            <a:r>
              <a:rPr kumimoji="1" lang="ko-KR" altLang="en-US" dirty="0">
                <a:latin typeface="NanumGothic" panose="020D0604000000000000" pitchFamily="34" charset="-127"/>
                <a:ea typeface="NanumGothic" panose="020D0604000000000000" pitchFamily="34" charset="-127"/>
              </a:rPr>
              <a:t>그룹 또는 서비스 주체</a:t>
            </a:r>
            <a:r>
              <a:rPr kumimoji="1" lang="en-US" altLang="ko-KR" dirty="0">
                <a:latin typeface="NanumGothic" panose="020D0604000000000000" pitchFamily="34" charset="-127"/>
                <a:ea typeface="NanumGothic" panose="020D0604000000000000" pitchFamily="34" charset="-127"/>
              </a:rPr>
              <a:t>‘ </a:t>
            </a:r>
            <a:r>
              <a:rPr kumimoji="1" lang="ko-KR" altLang="en-US" dirty="0">
                <a:latin typeface="NanumGothic" panose="020D0604000000000000" pitchFamily="34" charset="-127"/>
                <a:ea typeface="NanumGothic" panose="020D0604000000000000" pitchFamily="34" charset="-127"/>
              </a:rPr>
              <a:t>선택</a:t>
            </a:r>
            <a:endParaRPr kumimoji="1" lang="en-US" altLang="ko-KR" dirty="0">
              <a:latin typeface="NanumGothic" panose="020D0604000000000000" pitchFamily="34" charset="-127"/>
              <a:ea typeface="NanumGothic" panose="020D0604000000000000" pitchFamily="34" charset="-127"/>
            </a:endParaRP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kumimoji="1" lang="ko-KR" altLang="en-US" dirty="0">
                <a:latin typeface="NanumGothic" panose="020D0604000000000000" pitchFamily="34" charset="-127"/>
                <a:ea typeface="NanumGothic" panose="020D0604000000000000" pitchFamily="34" charset="-127"/>
              </a:rPr>
              <a:t>구성원 선택 클릭</a:t>
            </a:r>
            <a:endParaRPr kumimoji="1" lang="en-US" altLang="ko-KR" dirty="0">
              <a:latin typeface="NanumGothic" panose="020D0604000000000000" pitchFamily="34" charset="-127"/>
              <a:ea typeface="NanumGothic" panose="020D0604000000000000" pitchFamily="34" charset="-127"/>
            </a:endParaRP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kumimoji="1" lang="ko-KR" altLang="en-US" dirty="0">
                <a:latin typeface="NanumGothic" panose="020D0604000000000000" pitchFamily="34" charset="-127"/>
                <a:ea typeface="NanumGothic" panose="020D0604000000000000" pitchFamily="34" charset="-127"/>
              </a:rPr>
              <a:t>본인 계정 클릭 후 </a:t>
            </a:r>
            <a:r>
              <a:rPr kumimoji="1" lang="en-US" altLang="ko-KR" dirty="0">
                <a:latin typeface="NanumGothic" panose="020D0604000000000000" pitchFamily="34" charset="-127"/>
                <a:ea typeface="NanumGothic" panose="020D0604000000000000" pitchFamily="34" charset="-127"/>
              </a:rPr>
              <a:t>‘</a:t>
            </a:r>
            <a:r>
              <a:rPr kumimoji="1" lang="ko-KR" altLang="en-US" dirty="0">
                <a:latin typeface="NanumGothic" panose="020D0604000000000000" pitchFamily="34" charset="-127"/>
                <a:ea typeface="NanumGothic" panose="020D0604000000000000" pitchFamily="34" charset="-127"/>
              </a:rPr>
              <a:t>선택</a:t>
            </a:r>
            <a:r>
              <a:rPr kumimoji="1" lang="en-US" altLang="ko-KR" dirty="0">
                <a:latin typeface="NanumGothic" panose="020D0604000000000000" pitchFamily="34" charset="-127"/>
                <a:ea typeface="NanumGothic" panose="020D0604000000000000" pitchFamily="34" charset="-127"/>
              </a:rPr>
              <a:t>’ </a:t>
            </a:r>
            <a:r>
              <a:rPr kumimoji="1" lang="ko-KR" altLang="en-US" dirty="0">
                <a:latin typeface="NanumGothic" panose="020D0604000000000000" pitchFamily="34" charset="-127"/>
                <a:ea typeface="NanumGothic" panose="020D0604000000000000" pitchFamily="34" charset="-127"/>
              </a:rPr>
              <a:t>버튼 클릭</a:t>
            </a:r>
            <a:endParaRPr kumimoji="1" lang="en-US" altLang="ko-KR" dirty="0">
              <a:latin typeface="NanumGothic" panose="020D0604000000000000" pitchFamily="34" charset="-127"/>
              <a:ea typeface="NanumGothic" panose="020D0604000000000000" pitchFamily="34" charset="-127"/>
            </a:endParaRP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kumimoji="1" lang="ko-KR" altLang="en-US" dirty="0">
                <a:latin typeface="NanumGothic" panose="020D0604000000000000" pitchFamily="34" charset="-127"/>
                <a:ea typeface="NanumGothic" panose="020D0604000000000000" pitchFamily="34" charset="-127"/>
              </a:rPr>
              <a:t>이후 </a:t>
            </a:r>
            <a:r>
              <a:rPr kumimoji="1" lang="en-US" altLang="ko-KR" dirty="0">
                <a:latin typeface="NanumGothic" panose="020D0604000000000000" pitchFamily="34" charset="-127"/>
                <a:ea typeface="NanumGothic" panose="020D0604000000000000" pitchFamily="34" charset="-127"/>
              </a:rPr>
              <a:t>‘</a:t>
            </a:r>
            <a:r>
              <a:rPr kumimoji="1" lang="ko-KR" altLang="en-US" dirty="0">
                <a:latin typeface="NanumGothic" panose="020D0604000000000000" pitchFamily="34" charset="-127"/>
                <a:ea typeface="NanumGothic" panose="020D0604000000000000" pitchFamily="34" charset="-127"/>
              </a:rPr>
              <a:t>검토</a:t>
            </a:r>
            <a:r>
              <a:rPr kumimoji="1" lang="en-US" altLang="ko-KR" dirty="0">
                <a:latin typeface="NanumGothic" panose="020D0604000000000000" pitchFamily="34" charset="-127"/>
                <a:ea typeface="NanumGothic" panose="020D0604000000000000" pitchFamily="34" charset="-127"/>
              </a:rPr>
              <a:t>+</a:t>
            </a:r>
            <a:r>
              <a:rPr kumimoji="1" lang="ko-KR" altLang="en-US" dirty="0">
                <a:latin typeface="NanumGothic" panose="020D0604000000000000" pitchFamily="34" charset="-127"/>
                <a:ea typeface="NanumGothic" panose="020D0604000000000000" pitchFamily="34" charset="-127"/>
              </a:rPr>
              <a:t>할당</a:t>
            </a:r>
            <a:r>
              <a:rPr kumimoji="1" lang="en-US" altLang="ko-KR" dirty="0">
                <a:latin typeface="NanumGothic" panose="020D0604000000000000" pitchFamily="34" charset="-127"/>
                <a:ea typeface="NanumGothic" panose="020D0604000000000000" pitchFamily="34" charset="-127"/>
              </a:rPr>
              <a:t>’ </a:t>
            </a:r>
            <a:r>
              <a:rPr kumimoji="1" lang="ko-KR" altLang="en-US" dirty="0">
                <a:latin typeface="NanumGothic" panose="020D0604000000000000" pitchFamily="34" charset="-127"/>
                <a:ea typeface="NanumGothic" panose="020D0604000000000000" pitchFamily="34" charset="-127"/>
              </a:rPr>
              <a:t>버튼 활성화되면 클릭</a:t>
            </a:r>
            <a:endParaRPr kumimoji="1" lang="en-US" altLang="ko-KR" dirty="0">
              <a:latin typeface="NanumGothic" panose="020D0604000000000000" pitchFamily="34" charset="-127"/>
              <a:ea typeface="NanumGothic" panose="020D0604000000000000" pitchFamily="34" charset="-127"/>
            </a:endParaRP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1715DA3-D08F-AFCC-AAE2-341ADC067A91}"/>
              </a:ext>
            </a:extLst>
          </p:cNvPr>
          <p:cNvSpPr txBox="1">
            <a:spLocks/>
          </p:cNvSpPr>
          <p:nvPr/>
        </p:nvSpPr>
        <p:spPr>
          <a:xfrm>
            <a:off x="5883116" y="6424779"/>
            <a:ext cx="423452" cy="365343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ctr" defTabSz="457200" rtl="0" eaLnBrk="1" latinLnBrk="0" hangingPunct="1"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DBA1B0FB-D917-4C8C-928F-313BD683BF39}" type="slidenum">
              <a:rPr lang="en-US" smtClean="0">
                <a:solidFill>
                  <a:srgbClr val="173F69"/>
                </a:solidFill>
              </a:rPr>
              <a:pPr/>
              <a:t>29</a:t>
            </a:fld>
            <a:endParaRPr lang="en-US">
              <a:solidFill>
                <a:srgbClr val="173F69"/>
              </a:solidFill>
            </a:endParaRPr>
          </a:p>
        </p:txBody>
      </p:sp>
      <p:pic>
        <p:nvPicPr>
          <p:cNvPr id="12" name="그림 11">
            <a:extLst>
              <a:ext uri="{FF2B5EF4-FFF2-40B4-BE49-F238E27FC236}">
                <a16:creationId xmlns:a16="http://schemas.microsoft.com/office/drawing/2014/main" id="{69CFC030-4BFC-BBCA-67BB-FDB25878AD0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521176" y="1767367"/>
            <a:ext cx="5013039" cy="430373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61275942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B25C645-FCF6-A9BB-1E80-CDDD0730F8A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5335DB5A-FA74-466A-DF39-147A8D083EFD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/>
        <p:txBody>
          <a:bodyPr/>
          <a:lstStyle/>
          <a:p>
            <a:r>
              <a:rPr kumimoji="1" lang="en-US" altLang="ko-KR" dirty="0">
                <a:latin typeface="나눔고딕" pitchFamily="2" charset="-127"/>
                <a:ea typeface="나눔고딕" pitchFamily="2" charset="-127"/>
              </a:rPr>
              <a:t>2. </a:t>
            </a:r>
            <a:r>
              <a:rPr kumimoji="1" lang="ko-KR" altLang="en-US" dirty="0">
                <a:latin typeface="나눔고딕" pitchFamily="2" charset="-127"/>
                <a:ea typeface="나눔고딕" pitchFamily="2" charset="-127"/>
              </a:rPr>
              <a:t>고객 관리 키 </a:t>
            </a:r>
            <a:r>
              <a:rPr kumimoji="1" lang="en-US" altLang="ko-KR" dirty="0">
                <a:latin typeface="나눔고딕" pitchFamily="2" charset="-127"/>
                <a:ea typeface="나눔고딕" pitchFamily="2" charset="-127"/>
              </a:rPr>
              <a:t>(CMK)</a:t>
            </a:r>
            <a:endParaRPr kumimoji="1" lang="ko-KR" altLang="en-US" dirty="0">
              <a:latin typeface="나눔고딕" pitchFamily="2" charset="-127"/>
              <a:ea typeface="나눔고딕" pitchFamily="2" charset="-127"/>
            </a:endParaRPr>
          </a:p>
        </p:txBody>
      </p:sp>
      <p:sp>
        <p:nvSpPr>
          <p:cNvPr id="5" name="텍스트 개체 틀 4">
            <a:extLst>
              <a:ext uri="{FF2B5EF4-FFF2-40B4-BE49-F238E27FC236}">
                <a16:creationId xmlns:a16="http://schemas.microsoft.com/office/drawing/2014/main" id="{E291E0E5-CF00-31F7-6201-6D7703E64E7F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167237" y="757921"/>
            <a:ext cx="10592845" cy="350285"/>
          </a:xfrm>
        </p:spPr>
        <p:txBody>
          <a:bodyPr vert="horz" lIns="91440" tIns="45720" rIns="91440" bIns="45720" rtlCol="0" anchor="ctr">
            <a:noAutofit/>
          </a:bodyPr>
          <a:lstStyle/>
          <a:p>
            <a:r>
              <a:rPr lang="en-US" altLang="ko-KR" sz="1400" dirty="0">
                <a:solidFill>
                  <a:srgbClr val="1F3B63"/>
                </a:solidFill>
                <a:latin typeface="나눔고딕" pitchFamily="2" charset="-127"/>
                <a:ea typeface="나눔고딕" pitchFamily="2" charset="-127"/>
              </a:rPr>
              <a:t>2-2-4. </a:t>
            </a:r>
            <a:r>
              <a:rPr lang="ko-KR" altLang="en-US" sz="1400" dirty="0">
                <a:solidFill>
                  <a:srgbClr val="1F3B63"/>
                </a:solidFill>
                <a:latin typeface="나눔고딕" pitchFamily="2" charset="-127"/>
                <a:ea typeface="나눔고딕" pitchFamily="2" charset="-127"/>
              </a:rPr>
              <a:t>키 생성</a:t>
            </a:r>
          </a:p>
        </p:txBody>
      </p:sp>
      <p:sp>
        <p:nvSpPr>
          <p:cNvPr id="7" name="텍스트 개체 틀 6">
            <a:extLst>
              <a:ext uri="{FF2B5EF4-FFF2-40B4-BE49-F238E27FC236}">
                <a16:creationId xmlns:a16="http://schemas.microsoft.com/office/drawing/2014/main" id="{8FC34A76-F855-0509-1681-D9E9019118A4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/>
        <p:txBody>
          <a:bodyPr/>
          <a:lstStyle/>
          <a:p>
            <a:r>
              <a:rPr kumimoji="1" lang="ko-KR" altLang="en-US" sz="1400" b="0">
                <a:latin typeface="나눔고딕" pitchFamily="2" charset="-127"/>
                <a:ea typeface="나눔고딕" pitchFamily="2" charset="-127"/>
              </a:rPr>
              <a:t>이미지</a:t>
            </a:r>
          </a:p>
        </p:txBody>
      </p:sp>
      <p:sp>
        <p:nvSpPr>
          <p:cNvPr id="8" name="텍스트 개체 틀 7">
            <a:extLst>
              <a:ext uri="{FF2B5EF4-FFF2-40B4-BE49-F238E27FC236}">
                <a16:creationId xmlns:a16="http://schemas.microsoft.com/office/drawing/2014/main" id="{AAA13CCE-CAC5-A3A5-20EB-9527BD52BBCB}"/>
              </a:ext>
            </a:extLst>
          </p:cNvPr>
          <p:cNvSpPr>
            <a:spLocks noGrp="1"/>
          </p:cNvSpPr>
          <p:nvPr>
            <p:ph type="body" sz="quarter" idx="20"/>
          </p:nvPr>
        </p:nvSpPr>
        <p:spPr/>
        <p:txBody>
          <a:bodyPr/>
          <a:lstStyle/>
          <a:p>
            <a:r>
              <a:rPr kumimoji="1" lang="ko-KR" altLang="en-US" sz="1400" b="0">
                <a:latin typeface="나눔고딕" pitchFamily="2" charset="-127"/>
                <a:ea typeface="나눔고딕" pitchFamily="2" charset="-127"/>
              </a:rPr>
              <a:t>설명</a:t>
            </a:r>
            <a:endParaRPr kumimoji="1" lang="en-US" altLang="ko-KR" sz="1400" b="0">
              <a:latin typeface="나눔고딕" pitchFamily="2" charset="-127"/>
              <a:ea typeface="나눔고딕" pitchFamily="2" charset="-127"/>
            </a:endParaRPr>
          </a:p>
        </p:txBody>
      </p:sp>
      <p:sp>
        <p:nvSpPr>
          <p:cNvPr id="9" name="텍스트 개체 틀 8">
            <a:extLst>
              <a:ext uri="{FF2B5EF4-FFF2-40B4-BE49-F238E27FC236}">
                <a16:creationId xmlns:a16="http://schemas.microsoft.com/office/drawing/2014/main" id="{7C1174C4-D32A-E977-872C-A1FE3971371C}"/>
              </a:ext>
            </a:extLst>
          </p:cNvPr>
          <p:cNvSpPr>
            <a:spLocks noGrp="1"/>
          </p:cNvSpPr>
          <p:nvPr>
            <p:ph type="body" sz="quarter" idx="21"/>
          </p:nvPr>
        </p:nvSpPr>
        <p:spPr>
          <a:xfrm>
            <a:off x="8044544" y="1664441"/>
            <a:ext cx="3980220" cy="4509590"/>
          </a:xfrm>
        </p:spPr>
        <p:txBody>
          <a:bodyPr anchor="t"/>
          <a:lstStyle/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kumimoji="1" lang="ko-KR" altLang="en-US" dirty="0">
                <a:latin typeface="NanumGothic" panose="020D0604000000000000" pitchFamily="34" charset="-127"/>
                <a:ea typeface="NanumGothic" panose="020D0604000000000000" pitchFamily="34" charset="-127"/>
              </a:rPr>
              <a:t>개체 </a:t>
            </a:r>
            <a:r>
              <a:rPr kumimoji="1" lang="en-US" altLang="ko-KR" dirty="0">
                <a:latin typeface="NanumGothic" panose="020D0604000000000000" pitchFamily="34" charset="-127"/>
                <a:ea typeface="NanumGothic" panose="020D0604000000000000" pitchFamily="34" charset="-127"/>
              </a:rPr>
              <a:t>&gt; </a:t>
            </a:r>
            <a:r>
              <a:rPr kumimoji="1" lang="ko-KR" altLang="en-US" dirty="0">
                <a:latin typeface="NanumGothic" panose="020D0604000000000000" pitchFamily="34" charset="-127"/>
                <a:ea typeface="NanumGothic" panose="020D0604000000000000" pitchFamily="34" charset="-127"/>
              </a:rPr>
              <a:t>키 클릭</a:t>
            </a:r>
            <a:endParaRPr kumimoji="1" lang="en-US" altLang="ko-KR" dirty="0">
              <a:latin typeface="NanumGothic" panose="020D0604000000000000" pitchFamily="34" charset="-127"/>
              <a:ea typeface="NanumGothic" panose="020D0604000000000000" pitchFamily="34" charset="-127"/>
            </a:endParaRP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kumimoji="1" lang="en-US" altLang="ko-KR" dirty="0">
                <a:latin typeface="NanumGothic" panose="020D0604000000000000" pitchFamily="34" charset="-127"/>
                <a:ea typeface="NanumGothic" panose="020D0604000000000000" pitchFamily="34" charset="-127"/>
              </a:rPr>
              <a:t>‘</a:t>
            </a:r>
            <a:r>
              <a:rPr kumimoji="1" lang="ko-KR" altLang="en-US" dirty="0">
                <a:latin typeface="NanumGothic" panose="020D0604000000000000" pitchFamily="34" charset="-127"/>
                <a:ea typeface="NanumGothic" panose="020D0604000000000000" pitchFamily="34" charset="-127"/>
              </a:rPr>
              <a:t>생성</a:t>
            </a:r>
            <a:r>
              <a:rPr kumimoji="1" lang="en-US" altLang="ko-KR" dirty="0">
                <a:latin typeface="NanumGothic" panose="020D0604000000000000" pitchFamily="34" charset="-127"/>
                <a:ea typeface="NanumGothic" panose="020D0604000000000000" pitchFamily="34" charset="-127"/>
              </a:rPr>
              <a:t>/</a:t>
            </a:r>
            <a:r>
              <a:rPr kumimoji="1" lang="ko-KR" altLang="en-US" dirty="0">
                <a:latin typeface="NanumGothic" panose="020D0604000000000000" pitchFamily="34" charset="-127"/>
                <a:ea typeface="NanumGothic" panose="020D0604000000000000" pitchFamily="34" charset="-127"/>
              </a:rPr>
              <a:t>가져오기</a:t>
            </a:r>
            <a:r>
              <a:rPr kumimoji="1" lang="en-US" altLang="ko-KR" dirty="0">
                <a:latin typeface="NanumGothic" panose="020D0604000000000000" pitchFamily="34" charset="-127"/>
                <a:ea typeface="NanumGothic" panose="020D0604000000000000" pitchFamily="34" charset="-127"/>
              </a:rPr>
              <a:t>’ </a:t>
            </a:r>
            <a:r>
              <a:rPr kumimoji="1" lang="ko-KR" altLang="en-US" dirty="0">
                <a:latin typeface="NanumGothic" panose="020D0604000000000000" pitchFamily="34" charset="-127"/>
                <a:ea typeface="NanumGothic" panose="020D0604000000000000" pitchFamily="34" charset="-127"/>
              </a:rPr>
              <a:t>클릭</a:t>
            </a:r>
            <a:endParaRPr kumimoji="1" lang="en-US" altLang="ko-KR" dirty="0">
              <a:latin typeface="NanumGothic" panose="020D0604000000000000" pitchFamily="34" charset="-127"/>
              <a:ea typeface="NanumGothic" panose="020D0604000000000000" pitchFamily="34" charset="-127"/>
            </a:endParaRP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334D40A-A591-74A9-6FDC-CC5E522C770F}"/>
              </a:ext>
            </a:extLst>
          </p:cNvPr>
          <p:cNvSpPr txBox="1">
            <a:spLocks/>
          </p:cNvSpPr>
          <p:nvPr/>
        </p:nvSpPr>
        <p:spPr>
          <a:xfrm>
            <a:off x="5883116" y="6424779"/>
            <a:ext cx="423452" cy="365343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ctr" defTabSz="457200" rtl="0" eaLnBrk="1" latinLnBrk="0" hangingPunct="1"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DBA1B0FB-D917-4C8C-928F-313BD683BF39}" type="slidenum">
              <a:rPr lang="en-US" smtClean="0">
                <a:solidFill>
                  <a:srgbClr val="173F69"/>
                </a:solidFill>
              </a:rPr>
              <a:pPr/>
              <a:t>30</a:t>
            </a:fld>
            <a:endParaRPr lang="en-US">
              <a:solidFill>
                <a:srgbClr val="173F69"/>
              </a:solidFill>
            </a:endParaRPr>
          </a:p>
        </p:txBody>
      </p:sp>
      <p:pic>
        <p:nvPicPr>
          <p:cNvPr id="4" name="그림 3">
            <a:extLst>
              <a:ext uri="{FF2B5EF4-FFF2-40B4-BE49-F238E27FC236}">
                <a16:creationId xmlns:a16="http://schemas.microsoft.com/office/drawing/2014/main" id="{832D9FBB-A8D7-CBD7-3C1F-520E64BAB72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308880" y="1724717"/>
            <a:ext cx="3437631" cy="438903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01742427"/>
      </p:ext>
    </p:extLst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19EBA8E-FBE0-F4CE-6042-9A5B06DA45D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F91AAC63-B025-8212-A0AA-142B3A23B167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/>
        <p:txBody>
          <a:bodyPr/>
          <a:lstStyle/>
          <a:p>
            <a:r>
              <a:rPr kumimoji="1" lang="en-US" altLang="ko-KR" dirty="0">
                <a:latin typeface="나눔고딕" pitchFamily="2" charset="-127"/>
                <a:ea typeface="나눔고딕" pitchFamily="2" charset="-127"/>
              </a:rPr>
              <a:t>2. </a:t>
            </a:r>
            <a:r>
              <a:rPr kumimoji="1" lang="ko-KR" altLang="en-US" dirty="0">
                <a:latin typeface="나눔고딕" pitchFamily="2" charset="-127"/>
                <a:ea typeface="나눔고딕" pitchFamily="2" charset="-127"/>
              </a:rPr>
              <a:t>고객 관리 키 </a:t>
            </a:r>
            <a:r>
              <a:rPr kumimoji="1" lang="en-US" altLang="ko-KR" dirty="0">
                <a:latin typeface="나눔고딕" pitchFamily="2" charset="-127"/>
                <a:ea typeface="나눔고딕" pitchFamily="2" charset="-127"/>
              </a:rPr>
              <a:t>(CMK)</a:t>
            </a:r>
            <a:endParaRPr kumimoji="1" lang="ko-KR" altLang="en-US" dirty="0">
              <a:latin typeface="나눔고딕" pitchFamily="2" charset="-127"/>
              <a:ea typeface="나눔고딕" pitchFamily="2" charset="-127"/>
            </a:endParaRPr>
          </a:p>
        </p:txBody>
      </p:sp>
      <p:sp>
        <p:nvSpPr>
          <p:cNvPr id="5" name="텍스트 개체 틀 4">
            <a:extLst>
              <a:ext uri="{FF2B5EF4-FFF2-40B4-BE49-F238E27FC236}">
                <a16:creationId xmlns:a16="http://schemas.microsoft.com/office/drawing/2014/main" id="{66E7AB55-6224-B12F-17CA-F41032B297C3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167237" y="757921"/>
            <a:ext cx="10592845" cy="350285"/>
          </a:xfrm>
        </p:spPr>
        <p:txBody>
          <a:bodyPr vert="horz" lIns="91440" tIns="45720" rIns="91440" bIns="45720" rtlCol="0" anchor="ctr">
            <a:noAutofit/>
          </a:bodyPr>
          <a:lstStyle/>
          <a:p>
            <a:r>
              <a:rPr lang="en-US" altLang="ko-KR" sz="1400" dirty="0">
                <a:solidFill>
                  <a:srgbClr val="1F3B63"/>
                </a:solidFill>
                <a:latin typeface="나눔고딕" pitchFamily="2" charset="-127"/>
                <a:ea typeface="나눔고딕" pitchFamily="2" charset="-127"/>
              </a:rPr>
              <a:t>2-1-7. </a:t>
            </a:r>
            <a:r>
              <a:rPr lang="ko-KR" altLang="en-US" sz="1400" dirty="0">
                <a:solidFill>
                  <a:srgbClr val="1F3B63"/>
                </a:solidFill>
                <a:latin typeface="나눔고딕" pitchFamily="2" charset="-127"/>
                <a:ea typeface="나눔고딕" pitchFamily="2" charset="-127"/>
              </a:rPr>
              <a:t>키 생성</a:t>
            </a:r>
          </a:p>
        </p:txBody>
      </p:sp>
      <p:sp>
        <p:nvSpPr>
          <p:cNvPr id="7" name="텍스트 개체 틀 6">
            <a:extLst>
              <a:ext uri="{FF2B5EF4-FFF2-40B4-BE49-F238E27FC236}">
                <a16:creationId xmlns:a16="http://schemas.microsoft.com/office/drawing/2014/main" id="{55DADF4C-701E-8D0A-FE1E-D9F3AC92E1CC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/>
        <p:txBody>
          <a:bodyPr/>
          <a:lstStyle/>
          <a:p>
            <a:r>
              <a:rPr kumimoji="1" lang="ko-KR" altLang="en-US" sz="1400" b="0">
                <a:latin typeface="나눔고딕" pitchFamily="2" charset="-127"/>
                <a:ea typeface="나눔고딕" pitchFamily="2" charset="-127"/>
              </a:rPr>
              <a:t>이미지</a:t>
            </a:r>
          </a:p>
        </p:txBody>
      </p:sp>
      <p:sp>
        <p:nvSpPr>
          <p:cNvPr id="8" name="텍스트 개체 틀 7">
            <a:extLst>
              <a:ext uri="{FF2B5EF4-FFF2-40B4-BE49-F238E27FC236}">
                <a16:creationId xmlns:a16="http://schemas.microsoft.com/office/drawing/2014/main" id="{9A43E420-7CAC-DF67-4BB0-95FD81B7A48F}"/>
              </a:ext>
            </a:extLst>
          </p:cNvPr>
          <p:cNvSpPr>
            <a:spLocks noGrp="1"/>
          </p:cNvSpPr>
          <p:nvPr>
            <p:ph type="body" sz="quarter" idx="20"/>
          </p:nvPr>
        </p:nvSpPr>
        <p:spPr/>
        <p:txBody>
          <a:bodyPr/>
          <a:lstStyle/>
          <a:p>
            <a:r>
              <a:rPr kumimoji="1" lang="ko-KR" altLang="en-US" sz="1400" b="0">
                <a:latin typeface="나눔고딕" pitchFamily="2" charset="-127"/>
                <a:ea typeface="나눔고딕" pitchFamily="2" charset="-127"/>
              </a:rPr>
              <a:t>설명</a:t>
            </a:r>
            <a:endParaRPr kumimoji="1" lang="en-US" altLang="ko-KR" sz="1400" b="0">
              <a:latin typeface="나눔고딕" pitchFamily="2" charset="-127"/>
              <a:ea typeface="나눔고딕" pitchFamily="2" charset="-127"/>
            </a:endParaRPr>
          </a:p>
        </p:txBody>
      </p:sp>
      <p:sp>
        <p:nvSpPr>
          <p:cNvPr id="9" name="텍스트 개체 틀 8">
            <a:extLst>
              <a:ext uri="{FF2B5EF4-FFF2-40B4-BE49-F238E27FC236}">
                <a16:creationId xmlns:a16="http://schemas.microsoft.com/office/drawing/2014/main" id="{FB66196B-D372-C647-AA75-36A49D7431BD}"/>
              </a:ext>
            </a:extLst>
          </p:cNvPr>
          <p:cNvSpPr>
            <a:spLocks noGrp="1"/>
          </p:cNvSpPr>
          <p:nvPr>
            <p:ph type="body" sz="quarter" idx="21"/>
          </p:nvPr>
        </p:nvSpPr>
        <p:spPr>
          <a:xfrm>
            <a:off x="8044544" y="1664441"/>
            <a:ext cx="3980220" cy="4509590"/>
          </a:xfrm>
        </p:spPr>
        <p:txBody>
          <a:bodyPr anchor="t"/>
          <a:lstStyle/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kumimoji="1" lang="ko-KR" altLang="en-US" dirty="0">
                <a:latin typeface="NanumGothic" panose="020D0604000000000000" pitchFamily="34" charset="-127"/>
                <a:ea typeface="NanumGothic" panose="020D0604000000000000" pitchFamily="34" charset="-127"/>
              </a:rPr>
              <a:t>이름</a:t>
            </a:r>
            <a:r>
              <a:rPr kumimoji="1" lang="en-US" altLang="ko-KR" dirty="0">
                <a:latin typeface="NanumGothic" panose="020D0604000000000000" pitchFamily="34" charset="-127"/>
                <a:ea typeface="NanumGothic" panose="020D0604000000000000" pitchFamily="34" charset="-127"/>
              </a:rPr>
              <a:t>: </a:t>
            </a:r>
            <a:r>
              <a:rPr kumimoji="1" lang="ko-KR" altLang="en-US" dirty="0">
                <a:latin typeface="NanumGothic" panose="020D0604000000000000" pitchFamily="34" charset="-127"/>
                <a:ea typeface="NanumGothic" panose="020D0604000000000000" pitchFamily="34" charset="-127"/>
              </a:rPr>
              <a:t>식별 가능한 키 이름</a:t>
            </a:r>
            <a:endParaRPr kumimoji="1" lang="en-US" altLang="ko-KR" dirty="0">
              <a:latin typeface="NanumGothic" panose="020D0604000000000000" pitchFamily="34" charset="-127"/>
              <a:ea typeface="NanumGothic" panose="020D0604000000000000" pitchFamily="34" charset="-127"/>
            </a:endParaRP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kumimoji="1" lang="ko-KR" altLang="en-US" dirty="0">
                <a:latin typeface="NanumGothic" panose="020D0604000000000000" pitchFamily="34" charset="-127"/>
                <a:ea typeface="NanumGothic" panose="020D0604000000000000" pitchFamily="34" charset="-127"/>
              </a:rPr>
              <a:t>키 유형</a:t>
            </a:r>
            <a:r>
              <a:rPr kumimoji="1" lang="en-US" altLang="ko-KR" dirty="0">
                <a:latin typeface="NanumGothic" panose="020D0604000000000000" pitchFamily="34" charset="-127"/>
                <a:ea typeface="NanumGothic" panose="020D0604000000000000" pitchFamily="34" charset="-127"/>
              </a:rPr>
              <a:t>: RSA</a:t>
            </a: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kumimoji="1" lang="en-US" altLang="ko-KR" dirty="0">
                <a:latin typeface="NanumGothic" panose="020D0604000000000000" pitchFamily="34" charset="-127"/>
                <a:ea typeface="NanumGothic" panose="020D0604000000000000" pitchFamily="34" charset="-127"/>
              </a:rPr>
              <a:t>RSA </a:t>
            </a:r>
            <a:r>
              <a:rPr kumimoji="1" lang="ko-KR" altLang="en-US" dirty="0">
                <a:latin typeface="NanumGothic" panose="020D0604000000000000" pitchFamily="34" charset="-127"/>
                <a:ea typeface="NanumGothic" panose="020D0604000000000000" pitchFamily="34" charset="-127"/>
              </a:rPr>
              <a:t>키 크기</a:t>
            </a:r>
            <a:r>
              <a:rPr kumimoji="1" lang="en-US" altLang="ko-KR" dirty="0">
                <a:latin typeface="NanumGothic" panose="020D0604000000000000" pitchFamily="34" charset="-127"/>
                <a:ea typeface="NanumGothic" panose="020D0604000000000000" pitchFamily="34" charset="-127"/>
              </a:rPr>
              <a:t>: 3072</a:t>
            </a: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kumimoji="1" lang="ko-KR" altLang="en-US" dirty="0">
                <a:latin typeface="NanumGothic" panose="020D0604000000000000" pitchFamily="34" charset="-127"/>
                <a:ea typeface="NanumGothic" panose="020D0604000000000000" pitchFamily="34" charset="-127"/>
              </a:rPr>
              <a:t>만들기 클릭</a:t>
            </a:r>
            <a:endParaRPr kumimoji="1" lang="en-US" altLang="ko-KR" dirty="0">
              <a:latin typeface="NanumGothic" panose="020D0604000000000000" pitchFamily="34" charset="-127"/>
              <a:ea typeface="NanumGothic" panose="020D0604000000000000" pitchFamily="34" charset="-127"/>
            </a:endParaRP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542D58F-2842-3422-FF56-3251CBAD6740}"/>
              </a:ext>
            </a:extLst>
          </p:cNvPr>
          <p:cNvSpPr txBox="1">
            <a:spLocks/>
          </p:cNvSpPr>
          <p:nvPr/>
        </p:nvSpPr>
        <p:spPr>
          <a:xfrm>
            <a:off x="5883116" y="6424779"/>
            <a:ext cx="423452" cy="365343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ctr" defTabSz="457200" rtl="0" eaLnBrk="1" latinLnBrk="0" hangingPunct="1"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DBA1B0FB-D917-4C8C-928F-313BD683BF39}" type="slidenum">
              <a:rPr lang="en-US" smtClean="0">
                <a:solidFill>
                  <a:srgbClr val="173F69"/>
                </a:solidFill>
              </a:rPr>
              <a:pPr/>
              <a:t>31</a:t>
            </a:fld>
            <a:endParaRPr lang="en-US">
              <a:solidFill>
                <a:srgbClr val="173F69"/>
              </a:solidFill>
            </a:endParaRPr>
          </a:p>
        </p:txBody>
      </p:sp>
      <p:pic>
        <p:nvPicPr>
          <p:cNvPr id="10" name="그림 9">
            <a:extLst>
              <a:ext uri="{FF2B5EF4-FFF2-40B4-BE49-F238E27FC236}">
                <a16:creationId xmlns:a16="http://schemas.microsoft.com/office/drawing/2014/main" id="{7A28E8DC-4533-E56B-86C6-19215A3B706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232344" y="1746187"/>
            <a:ext cx="3590704" cy="434609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64938809"/>
      </p:ext>
    </p:extLst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EC1319E-BBA3-749B-E676-90B5936DBED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82BF3F06-850C-1423-0205-2CECA3518B4C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/>
        <p:txBody>
          <a:bodyPr/>
          <a:lstStyle/>
          <a:p>
            <a:r>
              <a:rPr kumimoji="1" lang="en-US" altLang="ko-KR" dirty="0">
                <a:latin typeface="나눔고딕" pitchFamily="2" charset="-127"/>
                <a:ea typeface="나눔고딕" pitchFamily="2" charset="-127"/>
              </a:rPr>
              <a:t>2. </a:t>
            </a:r>
            <a:r>
              <a:rPr kumimoji="1" lang="ko-KR" altLang="en-US" dirty="0">
                <a:latin typeface="나눔고딕" pitchFamily="2" charset="-127"/>
                <a:ea typeface="나눔고딕" pitchFamily="2" charset="-127"/>
              </a:rPr>
              <a:t>고객 관리 키 </a:t>
            </a:r>
            <a:r>
              <a:rPr kumimoji="1" lang="en-US" altLang="ko-KR" dirty="0">
                <a:latin typeface="나눔고딕" pitchFamily="2" charset="-127"/>
                <a:ea typeface="나눔고딕" pitchFamily="2" charset="-127"/>
              </a:rPr>
              <a:t>(CMK)</a:t>
            </a:r>
            <a:endParaRPr kumimoji="1" lang="ko-KR" altLang="en-US" dirty="0">
              <a:latin typeface="나눔고딕" pitchFamily="2" charset="-127"/>
              <a:ea typeface="나눔고딕" pitchFamily="2" charset="-127"/>
            </a:endParaRPr>
          </a:p>
        </p:txBody>
      </p:sp>
      <p:sp>
        <p:nvSpPr>
          <p:cNvPr id="5" name="텍스트 개체 틀 4">
            <a:extLst>
              <a:ext uri="{FF2B5EF4-FFF2-40B4-BE49-F238E27FC236}">
                <a16:creationId xmlns:a16="http://schemas.microsoft.com/office/drawing/2014/main" id="{CD9036BE-70F6-6D0C-902C-B8FCC11EEB71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167237" y="757921"/>
            <a:ext cx="10592845" cy="350285"/>
          </a:xfrm>
        </p:spPr>
        <p:txBody>
          <a:bodyPr vert="horz" lIns="91440" tIns="45720" rIns="91440" bIns="45720" rtlCol="0" anchor="ctr">
            <a:noAutofit/>
          </a:bodyPr>
          <a:lstStyle/>
          <a:p>
            <a:r>
              <a:rPr lang="en-US" altLang="ko-KR" sz="1400" dirty="0">
                <a:solidFill>
                  <a:srgbClr val="1F3B63"/>
                </a:solidFill>
                <a:latin typeface="나눔고딕" pitchFamily="2" charset="-127"/>
                <a:ea typeface="나눔고딕" pitchFamily="2" charset="-127"/>
              </a:rPr>
              <a:t>2-3-1. Azure </a:t>
            </a:r>
            <a:r>
              <a:rPr lang="ko-KR" altLang="en-US" sz="1400" dirty="0">
                <a:solidFill>
                  <a:srgbClr val="1F3B63"/>
                </a:solidFill>
                <a:latin typeface="나눔고딕" pitchFamily="2" charset="-127"/>
                <a:ea typeface="나눔고딕" pitchFamily="2" charset="-127"/>
              </a:rPr>
              <a:t>콘솔 → 관리 </a:t>
            </a:r>
            <a:r>
              <a:rPr lang="en-US" altLang="ko-KR" sz="1400" dirty="0">
                <a:solidFill>
                  <a:srgbClr val="1F3B63"/>
                </a:solidFill>
                <a:latin typeface="나눔고딕" pitchFamily="2" charset="-127"/>
                <a:ea typeface="나눔고딕" pitchFamily="2" charset="-127"/>
              </a:rPr>
              <a:t>ID</a:t>
            </a:r>
            <a:endParaRPr lang="ko-KR" altLang="en-US" sz="1400" dirty="0">
              <a:solidFill>
                <a:srgbClr val="1F3B63"/>
              </a:solidFill>
              <a:latin typeface="나눔고딕" pitchFamily="2" charset="-127"/>
              <a:ea typeface="나눔고딕" pitchFamily="2" charset="-127"/>
            </a:endParaRPr>
          </a:p>
        </p:txBody>
      </p:sp>
      <p:sp>
        <p:nvSpPr>
          <p:cNvPr id="7" name="텍스트 개체 틀 6">
            <a:extLst>
              <a:ext uri="{FF2B5EF4-FFF2-40B4-BE49-F238E27FC236}">
                <a16:creationId xmlns:a16="http://schemas.microsoft.com/office/drawing/2014/main" id="{5569BAE8-E873-D56E-E7BA-A4A98877FD27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/>
        <p:txBody>
          <a:bodyPr/>
          <a:lstStyle/>
          <a:p>
            <a:r>
              <a:rPr kumimoji="1" lang="ko-KR" altLang="en-US" sz="1400" b="0">
                <a:latin typeface="나눔고딕" pitchFamily="2" charset="-127"/>
                <a:ea typeface="나눔고딕" pitchFamily="2" charset="-127"/>
              </a:rPr>
              <a:t>이미지</a:t>
            </a:r>
          </a:p>
        </p:txBody>
      </p:sp>
      <p:sp>
        <p:nvSpPr>
          <p:cNvPr id="8" name="텍스트 개체 틀 7">
            <a:extLst>
              <a:ext uri="{FF2B5EF4-FFF2-40B4-BE49-F238E27FC236}">
                <a16:creationId xmlns:a16="http://schemas.microsoft.com/office/drawing/2014/main" id="{FAED12A0-D333-5BDA-B2B3-6804D68E7526}"/>
              </a:ext>
            </a:extLst>
          </p:cNvPr>
          <p:cNvSpPr>
            <a:spLocks noGrp="1"/>
          </p:cNvSpPr>
          <p:nvPr>
            <p:ph type="body" sz="quarter" idx="20"/>
          </p:nvPr>
        </p:nvSpPr>
        <p:spPr/>
        <p:txBody>
          <a:bodyPr/>
          <a:lstStyle/>
          <a:p>
            <a:r>
              <a:rPr kumimoji="1" lang="ko-KR" altLang="en-US" sz="1400" b="0">
                <a:latin typeface="나눔고딕" pitchFamily="2" charset="-127"/>
                <a:ea typeface="나눔고딕" pitchFamily="2" charset="-127"/>
              </a:rPr>
              <a:t>설명</a:t>
            </a:r>
            <a:endParaRPr kumimoji="1" lang="en-US" altLang="ko-KR" sz="1400" b="0">
              <a:latin typeface="나눔고딕" pitchFamily="2" charset="-127"/>
              <a:ea typeface="나눔고딕" pitchFamily="2" charset="-127"/>
            </a:endParaRPr>
          </a:p>
        </p:txBody>
      </p:sp>
      <p:sp>
        <p:nvSpPr>
          <p:cNvPr id="9" name="텍스트 개체 틀 8">
            <a:extLst>
              <a:ext uri="{FF2B5EF4-FFF2-40B4-BE49-F238E27FC236}">
                <a16:creationId xmlns:a16="http://schemas.microsoft.com/office/drawing/2014/main" id="{486DCF52-656A-5884-1CF4-DF914AF6B3F8}"/>
              </a:ext>
            </a:extLst>
          </p:cNvPr>
          <p:cNvSpPr>
            <a:spLocks noGrp="1"/>
          </p:cNvSpPr>
          <p:nvPr>
            <p:ph type="body" sz="quarter" idx="21"/>
          </p:nvPr>
        </p:nvSpPr>
        <p:spPr>
          <a:xfrm>
            <a:off x="8044544" y="1664441"/>
            <a:ext cx="3980220" cy="4509590"/>
          </a:xfrm>
        </p:spPr>
        <p:txBody>
          <a:bodyPr anchor="t"/>
          <a:lstStyle/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kumimoji="1" lang="en-US" altLang="ko-KR" dirty="0">
                <a:latin typeface="NanumGothic" panose="020D0604000000000000" pitchFamily="34" charset="-127"/>
                <a:ea typeface="NanumGothic" panose="020D0604000000000000" pitchFamily="34" charset="-127"/>
              </a:rPr>
              <a:t>Azure </a:t>
            </a:r>
            <a:r>
              <a:rPr kumimoji="1" lang="ko-KR" altLang="en-US" dirty="0">
                <a:latin typeface="NanumGothic" panose="020D0604000000000000" pitchFamily="34" charset="-127"/>
                <a:ea typeface="NanumGothic" panose="020D0604000000000000" pitchFamily="34" charset="-127"/>
              </a:rPr>
              <a:t>콘솔 </a:t>
            </a:r>
            <a:r>
              <a:rPr kumimoji="1" lang="en-US" altLang="ko-KR" dirty="0">
                <a:latin typeface="NanumGothic" panose="020D0604000000000000" pitchFamily="34" charset="-127"/>
                <a:ea typeface="NanumGothic" panose="020D0604000000000000" pitchFamily="34" charset="-127"/>
              </a:rPr>
              <a:t>&gt; </a:t>
            </a:r>
            <a:r>
              <a:rPr kumimoji="1" lang="ko-KR" altLang="en-US" dirty="0">
                <a:latin typeface="NanumGothic" panose="020D0604000000000000" pitchFamily="34" charset="-127"/>
                <a:ea typeface="NanumGothic" panose="020D0604000000000000" pitchFamily="34" charset="-127"/>
              </a:rPr>
              <a:t>관리 </a:t>
            </a:r>
            <a:r>
              <a:rPr kumimoji="1" lang="en-US" altLang="ko-KR" dirty="0">
                <a:latin typeface="NanumGothic" panose="020D0604000000000000" pitchFamily="34" charset="-127"/>
                <a:ea typeface="NanumGothic" panose="020D0604000000000000" pitchFamily="34" charset="-127"/>
              </a:rPr>
              <a:t>ID &gt; </a:t>
            </a:r>
            <a:r>
              <a:rPr kumimoji="1" lang="ko-KR" altLang="en-US" dirty="0">
                <a:latin typeface="NanumGothic" panose="020D0604000000000000" pitchFamily="34" charset="-127"/>
                <a:ea typeface="NanumGothic" panose="020D0604000000000000" pitchFamily="34" charset="-127"/>
              </a:rPr>
              <a:t>만들기 클릭</a:t>
            </a:r>
            <a:endParaRPr kumimoji="1" lang="en-US" altLang="ko-KR" dirty="0">
              <a:latin typeface="NanumGothic" panose="020D0604000000000000" pitchFamily="34" charset="-127"/>
              <a:ea typeface="NanumGothic" panose="020D0604000000000000" pitchFamily="34" charset="-127"/>
            </a:endParaRP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endParaRPr kumimoji="1" lang="en-US" altLang="ko-KR" dirty="0">
              <a:latin typeface="NanumGothic" panose="020D0604000000000000" pitchFamily="34" charset="-127"/>
              <a:ea typeface="NanumGothic" panose="020D0604000000000000" pitchFamily="34" charset="-127"/>
            </a:endParaRP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05070D2-0CC1-3B17-2A43-03B3B4F7C967}"/>
              </a:ext>
            </a:extLst>
          </p:cNvPr>
          <p:cNvSpPr txBox="1">
            <a:spLocks/>
          </p:cNvSpPr>
          <p:nvPr/>
        </p:nvSpPr>
        <p:spPr>
          <a:xfrm>
            <a:off x="5883116" y="6424779"/>
            <a:ext cx="423452" cy="365343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ctr" defTabSz="457200" rtl="0" eaLnBrk="1" latinLnBrk="0" hangingPunct="1"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DBA1B0FB-D917-4C8C-928F-313BD683BF39}" type="slidenum">
              <a:rPr lang="en-US" smtClean="0">
                <a:solidFill>
                  <a:srgbClr val="173F69"/>
                </a:solidFill>
              </a:rPr>
              <a:pPr/>
              <a:t>32</a:t>
            </a:fld>
            <a:endParaRPr lang="en-US">
              <a:solidFill>
                <a:srgbClr val="173F69"/>
              </a:solidFill>
            </a:endParaRPr>
          </a:p>
        </p:txBody>
      </p:sp>
      <p:pic>
        <p:nvPicPr>
          <p:cNvPr id="10" name="그림 9">
            <a:extLst>
              <a:ext uri="{FF2B5EF4-FFF2-40B4-BE49-F238E27FC236}">
                <a16:creationId xmlns:a16="http://schemas.microsoft.com/office/drawing/2014/main" id="{3F2EB2D9-4F97-E0B7-EA06-A015777EB80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17429" y="2633181"/>
            <a:ext cx="5620534" cy="257210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60700878"/>
      </p:ext>
    </p:extLst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24D58CD-9879-D177-C271-DB7F8B8DF2D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F41E7EB0-FD33-BB1E-4ADE-D91850B37BE5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/>
        <p:txBody>
          <a:bodyPr/>
          <a:lstStyle/>
          <a:p>
            <a:r>
              <a:rPr kumimoji="1" lang="en-US" altLang="ko-KR" dirty="0">
                <a:latin typeface="나눔고딕" pitchFamily="2" charset="-127"/>
                <a:ea typeface="나눔고딕" pitchFamily="2" charset="-127"/>
              </a:rPr>
              <a:t>2. </a:t>
            </a:r>
            <a:r>
              <a:rPr kumimoji="1" lang="ko-KR" altLang="en-US" dirty="0">
                <a:latin typeface="나눔고딕" pitchFamily="2" charset="-127"/>
                <a:ea typeface="나눔고딕" pitchFamily="2" charset="-127"/>
              </a:rPr>
              <a:t>고객 관리 키 </a:t>
            </a:r>
            <a:r>
              <a:rPr kumimoji="1" lang="en-US" altLang="ko-KR" dirty="0">
                <a:latin typeface="나눔고딕" pitchFamily="2" charset="-127"/>
                <a:ea typeface="나눔고딕" pitchFamily="2" charset="-127"/>
              </a:rPr>
              <a:t>(CMK)</a:t>
            </a:r>
            <a:endParaRPr kumimoji="1" lang="ko-KR" altLang="en-US" dirty="0">
              <a:latin typeface="나눔고딕" pitchFamily="2" charset="-127"/>
              <a:ea typeface="나눔고딕" pitchFamily="2" charset="-127"/>
            </a:endParaRPr>
          </a:p>
        </p:txBody>
      </p:sp>
      <p:sp>
        <p:nvSpPr>
          <p:cNvPr id="5" name="텍스트 개체 틀 4">
            <a:extLst>
              <a:ext uri="{FF2B5EF4-FFF2-40B4-BE49-F238E27FC236}">
                <a16:creationId xmlns:a16="http://schemas.microsoft.com/office/drawing/2014/main" id="{CF6EC7D6-7516-7C48-735F-CC9651BB3A97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167237" y="757921"/>
            <a:ext cx="10592845" cy="350285"/>
          </a:xfrm>
        </p:spPr>
        <p:txBody>
          <a:bodyPr vert="horz" lIns="91440" tIns="45720" rIns="91440" bIns="45720" rtlCol="0" anchor="ctr">
            <a:noAutofit/>
          </a:bodyPr>
          <a:lstStyle/>
          <a:p>
            <a:r>
              <a:rPr lang="en-US" altLang="ko-KR" sz="1400" dirty="0">
                <a:solidFill>
                  <a:srgbClr val="1F3B63"/>
                </a:solidFill>
                <a:latin typeface="나눔고딕" pitchFamily="2" charset="-127"/>
                <a:ea typeface="나눔고딕" pitchFamily="2" charset="-127"/>
              </a:rPr>
              <a:t>2-3-2. Azure </a:t>
            </a:r>
            <a:r>
              <a:rPr lang="ko-KR" altLang="en-US" sz="1400" dirty="0">
                <a:solidFill>
                  <a:srgbClr val="1F3B63"/>
                </a:solidFill>
                <a:latin typeface="나눔고딕" pitchFamily="2" charset="-127"/>
                <a:ea typeface="나눔고딕" pitchFamily="2" charset="-127"/>
              </a:rPr>
              <a:t>콘솔 → 관리 </a:t>
            </a:r>
            <a:r>
              <a:rPr lang="en-US" altLang="ko-KR" sz="1400" dirty="0">
                <a:solidFill>
                  <a:srgbClr val="1F3B63"/>
                </a:solidFill>
                <a:latin typeface="나눔고딕" pitchFamily="2" charset="-127"/>
                <a:ea typeface="나눔고딕" pitchFamily="2" charset="-127"/>
              </a:rPr>
              <a:t>ID</a:t>
            </a:r>
            <a:endParaRPr lang="ko-KR" altLang="en-US" sz="1400" dirty="0">
              <a:solidFill>
                <a:srgbClr val="1F3B63"/>
              </a:solidFill>
              <a:latin typeface="나눔고딕" pitchFamily="2" charset="-127"/>
              <a:ea typeface="나눔고딕" pitchFamily="2" charset="-127"/>
            </a:endParaRPr>
          </a:p>
        </p:txBody>
      </p:sp>
      <p:sp>
        <p:nvSpPr>
          <p:cNvPr id="7" name="텍스트 개체 틀 6">
            <a:extLst>
              <a:ext uri="{FF2B5EF4-FFF2-40B4-BE49-F238E27FC236}">
                <a16:creationId xmlns:a16="http://schemas.microsoft.com/office/drawing/2014/main" id="{C7538FA0-2444-3D76-9A29-694E44335638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/>
        <p:txBody>
          <a:bodyPr/>
          <a:lstStyle/>
          <a:p>
            <a:r>
              <a:rPr kumimoji="1" lang="ko-KR" altLang="en-US" sz="1400" b="0">
                <a:latin typeface="나눔고딕" pitchFamily="2" charset="-127"/>
                <a:ea typeface="나눔고딕" pitchFamily="2" charset="-127"/>
              </a:rPr>
              <a:t>이미지</a:t>
            </a:r>
          </a:p>
        </p:txBody>
      </p:sp>
      <p:sp>
        <p:nvSpPr>
          <p:cNvPr id="8" name="텍스트 개체 틀 7">
            <a:extLst>
              <a:ext uri="{FF2B5EF4-FFF2-40B4-BE49-F238E27FC236}">
                <a16:creationId xmlns:a16="http://schemas.microsoft.com/office/drawing/2014/main" id="{588E62EF-64EE-37B8-813A-B92386EB82AB}"/>
              </a:ext>
            </a:extLst>
          </p:cNvPr>
          <p:cNvSpPr>
            <a:spLocks noGrp="1"/>
          </p:cNvSpPr>
          <p:nvPr>
            <p:ph type="body" sz="quarter" idx="20"/>
          </p:nvPr>
        </p:nvSpPr>
        <p:spPr/>
        <p:txBody>
          <a:bodyPr/>
          <a:lstStyle/>
          <a:p>
            <a:r>
              <a:rPr kumimoji="1" lang="ko-KR" altLang="en-US" sz="1400" b="0">
                <a:latin typeface="나눔고딕" pitchFamily="2" charset="-127"/>
                <a:ea typeface="나눔고딕" pitchFamily="2" charset="-127"/>
              </a:rPr>
              <a:t>설명</a:t>
            </a:r>
            <a:endParaRPr kumimoji="1" lang="en-US" altLang="ko-KR" sz="1400" b="0">
              <a:latin typeface="나눔고딕" pitchFamily="2" charset="-127"/>
              <a:ea typeface="나눔고딕" pitchFamily="2" charset="-127"/>
            </a:endParaRPr>
          </a:p>
        </p:txBody>
      </p:sp>
      <p:sp>
        <p:nvSpPr>
          <p:cNvPr id="9" name="텍스트 개체 틀 8">
            <a:extLst>
              <a:ext uri="{FF2B5EF4-FFF2-40B4-BE49-F238E27FC236}">
                <a16:creationId xmlns:a16="http://schemas.microsoft.com/office/drawing/2014/main" id="{1177501D-FE48-71CE-FFA9-E6E2C604CBE6}"/>
              </a:ext>
            </a:extLst>
          </p:cNvPr>
          <p:cNvSpPr>
            <a:spLocks noGrp="1"/>
          </p:cNvSpPr>
          <p:nvPr>
            <p:ph type="body" sz="quarter" idx="21"/>
          </p:nvPr>
        </p:nvSpPr>
        <p:spPr>
          <a:xfrm>
            <a:off x="8044544" y="1664441"/>
            <a:ext cx="3980220" cy="4509590"/>
          </a:xfrm>
        </p:spPr>
        <p:txBody>
          <a:bodyPr anchor="t"/>
          <a:lstStyle/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kumimoji="1" lang="ko-KR" altLang="en-US" dirty="0">
                <a:latin typeface="NanumGothic" panose="020D0604000000000000" pitchFamily="34" charset="-127"/>
                <a:ea typeface="NanumGothic" panose="020D0604000000000000" pitchFamily="34" charset="-127"/>
              </a:rPr>
              <a:t>리소스 그룹</a:t>
            </a:r>
            <a:r>
              <a:rPr kumimoji="1" lang="en-US" altLang="ko-KR" dirty="0">
                <a:latin typeface="NanumGothic" panose="020D0604000000000000" pitchFamily="34" charset="-127"/>
                <a:ea typeface="NanumGothic" panose="020D0604000000000000" pitchFamily="34" charset="-127"/>
              </a:rPr>
              <a:t>, </a:t>
            </a:r>
            <a:r>
              <a:rPr kumimoji="1" lang="ko-KR" altLang="en-US" dirty="0">
                <a:latin typeface="NanumGothic" panose="020D0604000000000000" pitchFamily="34" charset="-127"/>
                <a:ea typeface="NanumGothic" panose="020D0604000000000000" pitchFamily="34" charset="-127"/>
              </a:rPr>
              <a:t>지역 선택 후 이름 입력</a:t>
            </a:r>
            <a:endParaRPr kumimoji="1" lang="en-US" altLang="ko-KR" dirty="0">
              <a:latin typeface="NanumGothic" panose="020D0604000000000000" pitchFamily="34" charset="-127"/>
              <a:ea typeface="NanumGothic" panose="020D0604000000000000" pitchFamily="34" charset="-127"/>
            </a:endParaRP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kumimoji="1" lang="en-US" altLang="ko-KR" dirty="0">
                <a:latin typeface="NanumGothic" panose="020D0604000000000000" pitchFamily="34" charset="-127"/>
                <a:ea typeface="NanumGothic" panose="020D0604000000000000" pitchFamily="34" charset="-127"/>
              </a:rPr>
              <a:t>‘</a:t>
            </a:r>
            <a:r>
              <a:rPr kumimoji="1" lang="ko-KR" altLang="en-US" dirty="0">
                <a:latin typeface="NanumGothic" panose="020D0604000000000000" pitchFamily="34" charset="-127"/>
                <a:ea typeface="NanumGothic" panose="020D0604000000000000" pitchFamily="34" charset="-127"/>
              </a:rPr>
              <a:t>검토</a:t>
            </a:r>
            <a:r>
              <a:rPr kumimoji="1" lang="en-US" altLang="ko-KR" dirty="0">
                <a:latin typeface="NanumGothic" panose="020D0604000000000000" pitchFamily="34" charset="-127"/>
                <a:ea typeface="NanumGothic" panose="020D0604000000000000" pitchFamily="34" charset="-127"/>
              </a:rPr>
              <a:t>+</a:t>
            </a:r>
            <a:r>
              <a:rPr kumimoji="1" lang="ko-KR" altLang="en-US" dirty="0">
                <a:latin typeface="NanumGothic" panose="020D0604000000000000" pitchFamily="34" charset="-127"/>
                <a:ea typeface="NanumGothic" panose="020D0604000000000000" pitchFamily="34" charset="-127"/>
              </a:rPr>
              <a:t>만들기</a:t>
            </a:r>
            <a:r>
              <a:rPr kumimoji="1" lang="en-US" altLang="ko-KR" dirty="0">
                <a:latin typeface="NanumGothic" panose="020D0604000000000000" pitchFamily="34" charset="-127"/>
                <a:ea typeface="NanumGothic" panose="020D0604000000000000" pitchFamily="34" charset="-127"/>
              </a:rPr>
              <a:t>‘ </a:t>
            </a:r>
            <a:r>
              <a:rPr kumimoji="1" lang="ko-KR" altLang="en-US" dirty="0">
                <a:latin typeface="NanumGothic" panose="020D0604000000000000" pitchFamily="34" charset="-127"/>
                <a:ea typeface="NanumGothic" panose="020D0604000000000000" pitchFamily="34" charset="-127"/>
              </a:rPr>
              <a:t>클릭</a:t>
            </a:r>
            <a:endParaRPr kumimoji="1" lang="en-US" altLang="ko-KR" dirty="0">
              <a:latin typeface="NanumGothic" panose="020D0604000000000000" pitchFamily="34" charset="-127"/>
              <a:ea typeface="NanumGothic" panose="020D0604000000000000" pitchFamily="34" charset="-127"/>
            </a:endParaRP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6BBC456-739C-38A2-44B5-CB95080FB23B}"/>
              </a:ext>
            </a:extLst>
          </p:cNvPr>
          <p:cNvSpPr txBox="1">
            <a:spLocks/>
          </p:cNvSpPr>
          <p:nvPr/>
        </p:nvSpPr>
        <p:spPr>
          <a:xfrm>
            <a:off x="5883116" y="6424779"/>
            <a:ext cx="423452" cy="365343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ctr" defTabSz="457200" rtl="0" eaLnBrk="1" latinLnBrk="0" hangingPunct="1"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DBA1B0FB-D917-4C8C-928F-313BD683BF39}" type="slidenum">
              <a:rPr lang="en-US" smtClean="0">
                <a:solidFill>
                  <a:srgbClr val="173F69"/>
                </a:solidFill>
              </a:rPr>
              <a:pPr/>
              <a:t>33</a:t>
            </a:fld>
            <a:endParaRPr lang="en-US">
              <a:solidFill>
                <a:srgbClr val="173F69"/>
              </a:solidFill>
            </a:endParaRPr>
          </a:p>
        </p:txBody>
      </p:sp>
      <p:pic>
        <p:nvPicPr>
          <p:cNvPr id="4" name="그림 3">
            <a:extLst>
              <a:ext uri="{FF2B5EF4-FFF2-40B4-BE49-F238E27FC236}">
                <a16:creationId xmlns:a16="http://schemas.microsoft.com/office/drawing/2014/main" id="{1DFF2977-E5CB-DAB5-0AEF-CA0CA554316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365988" y="1736289"/>
            <a:ext cx="3323416" cy="436379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41487575"/>
      </p:ext>
    </p:extLst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F006D5F-F733-A5DB-7D86-C6D4F5577F4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079FB479-CE94-F9FE-6115-5097F3F9F258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/>
        <p:txBody>
          <a:bodyPr/>
          <a:lstStyle/>
          <a:p>
            <a:r>
              <a:rPr kumimoji="1" lang="en-US" altLang="ko-KR" dirty="0">
                <a:latin typeface="나눔고딕" pitchFamily="2" charset="-127"/>
                <a:ea typeface="나눔고딕" pitchFamily="2" charset="-127"/>
              </a:rPr>
              <a:t>2. </a:t>
            </a:r>
            <a:r>
              <a:rPr kumimoji="1" lang="ko-KR" altLang="en-US" dirty="0">
                <a:latin typeface="나눔고딕" pitchFamily="2" charset="-127"/>
                <a:ea typeface="나눔고딕" pitchFamily="2" charset="-127"/>
              </a:rPr>
              <a:t>고객 관리 키 </a:t>
            </a:r>
            <a:r>
              <a:rPr kumimoji="1" lang="en-US" altLang="ko-KR" dirty="0">
                <a:latin typeface="나눔고딕" pitchFamily="2" charset="-127"/>
                <a:ea typeface="나눔고딕" pitchFamily="2" charset="-127"/>
              </a:rPr>
              <a:t>(CMK)</a:t>
            </a:r>
            <a:endParaRPr kumimoji="1" lang="ko-KR" altLang="en-US" dirty="0">
              <a:latin typeface="나눔고딕" pitchFamily="2" charset="-127"/>
              <a:ea typeface="나눔고딕" pitchFamily="2" charset="-127"/>
            </a:endParaRPr>
          </a:p>
        </p:txBody>
      </p:sp>
      <p:sp>
        <p:nvSpPr>
          <p:cNvPr id="5" name="텍스트 개체 틀 4">
            <a:extLst>
              <a:ext uri="{FF2B5EF4-FFF2-40B4-BE49-F238E27FC236}">
                <a16:creationId xmlns:a16="http://schemas.microsoft.com/office/drawing/2014/main" id="{C358F554-A820-02FC-C953-DC2C7B6AFDF9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167237" y="757921"/>
            <a:ext cx="10592845" cy="350285"/>
          </a:xfrm>
        </p:spPr>
        <p:txBody>
          <a:bodyPr vert="horz" lIns="91440" tIns="45720" rIns="91440" bIns="45720" rtlCol="0" anchor="ctr">
            <a:noAutofit/>
          </a:bodyPr>
          <a:lstStyle/>
          <a:p>
            <a:r>
              <a:rPr lang="en-US" altLang="ko-KR" sz="1400" dirty="0">
                <a:solidFill>
                  <a:srgbClr val="1F3B63"/>
                </a:solidFill>
                <a:latin typeface="나눔고딕" pitchFamily="2" charset="-127"/>
                <a:ea typeface="나눔고딕" pitchFamily="2" charset="-127"/>
              </a:rPr>
              <a:t>2-3-3. </a:t>
            </a:r>
            <a:r>
              <a:rPr lang="ko-KR" altLang="en-US" sz="1400" dirty="0">
                <a:solidFill>
                  <a:srgbClr val="1F3B63"/>
                </a:solidFill>
                <a:latin typeface="나눔고딕" pitchFamily="2" charset="-127"/>
                <a:ea typeface="나눔고딕" pitchFamily="2" charset="-127"/>
              </a:rPr>
              <a:t>할당 </a:t>
            </a:r>
            <a:r>
              <a:rPr lang="en-US" altLang="ko-KR" sz="1400" dirty="0">
                <a:solidFill>
                  <a:srgbClr val="1F3B63"/>
                </a:solidFill>
                <a:latin typeface="나눔고딕" pitchFamily="2" charset="-127"/>
                <a:ea typeface="나눔고딕" pitchFamily="2" charset="-127"/>
              </a:rPr>
              <a:t>ID </a:t>
            </a:r>
            <a:r>
              <a:rPr lang="ko-KR" altLang="en-US" sz="1400" dirty="0">
                <a:solidFill>
                  <a:srgbClr val="1F3B63"/>
                </a:solidFill>
                <a:latin typeface="나눔고딕" pitchFamily="2" charset="-127"/>
                <a:ea typeface="나눔고딕" pitchFamily="2" charset="-127"/>
              </a:rPr>
              <a:t>권한 부여</a:t>
            </a:r>
          </a:p>
        </p:txBody>
      </p:sp>
      <p:sp>
        <p:nvSpPr>
          <p:cNvPr id="7" name="텍스트 개체 틀 6">
            <a:extLst>
              <a:ext uri="{FF2B5EF4-FFF2-40B4-BE49-F238E27FC236}">
                <a16:creationId xmlns:a16="http://schemas.microsoft.com/office/drawing/2014/main" id="{C0BE1868-6801-B5DE-1522-EFB028EF8BE3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/>
        <p:txBody>
          <a:bodyPr/>
          <a:lstStyle/>
          <a:p>
            <a:r>
              <a:rPr kumimoji="1" lang="ko-KR" altLang="en-US" sz="1400" b="0">
                <a:latin typeface="나눔고딕" pitchFamily="2" charset="-127"/>
                <a:ea typeface="나눔고딕" pitchFamily="2" charset="-127"/>
              </a:rPr>
              <a:t>이미지</a:t>
            </a:r>
          </a:p>
        </p:txBody>
      </p:sp>
      <p:sp>
        <p:nvSpPr>
          <p:cNvPr id="8" name="텍스트 개체 틀 7">
            <a:extLst>
              <a:ext uri="{FF2B5EF4-FFF2-40B4-BE49-F238E27FC236}">
                <a16:creationId xmlns:a16="http://schemas.microsoft.com/office/drawing/2014/main" id="{9FE8C82A-C599-953B-0767-BBCCEE6351CA}"/>
              </a:ext>
            </a:extLst>
          </p:cNvPr>
          <p:cNvSpPr>
            <a:spLocks noGrp="1"/>
          </p:cNvSpPr>
          <p:nvPr>
            <p:ph type="body" sz="quarter" idx="20"/>
          </p:nvPr>
        </p:nvSpPr>
        <p:spPr/>
        <p:txBody>
          <a:bodyPr/>
          <a:lstStyle/>
          <a:p>
            <a:r>
              <a:rPr kumimoji="1" lang="ko-KR" altLang="en-US" sz="1400" b="0">
                <a:latin typeface="나눔고딕" pitchFamily="2" charset="-127"/>
                <a:ea typeface="나눔고딕" pitchFamily="2" charset="-127"/>
              </a:rPr>
              <a:t>설명</a:t>
            </a:r>
            <a:endParaRPr kumimoji="1" lang="en-US" altLang="ko-KR" sz="1400" b="0">
              <a:latin typeface="나눔고딕" pitchFamily="2" charset="-127"/>
              <a:ea typeface="나눔고딕" pitchFamily="2" charset="-127"/>
            </a:endParaRPr>
          </a:p>
        </p:txBody>
      </p:sp>
      <p:sp>
        <p:nvSpPr>
          <p:cNvPr id="9" name="텍스트 개체 틀 8">
            <a:extLst>
              <a:ext uri="{FF2B5EF4-FFF2-40B4-BE49-F238E27FC236}">
                <a16:creationId xmlns:a16="http://schemas.microsoft.com/office/drawing/2014/main" id="{54A57779-2A72-F4EC-2E19-B6843FC727F6}"/>
              </a:ext>
            </a:extLst>
          </p:cNvPr>
          <p:cNvSpPr>
            <a:spLocks noGrp="1"/>
          </p:cNvSpPr>
          <p:nvPr>
            <p:ph type="body" sz="quarter" idx="21"/>
          </p:nvPr>
        </p:nvSpPr>
        <p:spPr>
          <a:xfrm>
            <a:off x="8044544" y="1664441"/>
            <a:ext cx="3980220" cy="4509590"/>
          </a:xfrm>
        </p:spPr>
        <p:txBody>
          <a:bodyPr anchor="t"/>
          <a:lstStyle/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kumimoji="1" lang="ko-KR" altLang="en-US" dirty="0">
                <a:latin typeface="NanumGothic" panose="020D0604000000000000" pitchFamily="34" charset="-127"/>
                <a:ea typeface="NanumGothic" panose="020D0604000000000000" pitchFamily="34" charset="-127"/>
              </a:rPr>
              <a:t>생성한 키 모음 접속</a:t>
            </a:r>
            <a:endParaRPr kumimoji="1" lang="en-US" altLang="ko-KR" dirty="0">
              <a:latin typeface="NanumGothic" panose="020D0604000000000000" pitchFamily="34" charset="-127"/>
              <a:ea typeface="NanumGothic" panose="020D0604000000000000" pitchFamily="34" charset="-127"/>
            </a:endParaRP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kumimoji="1" lang="ko-KR" altLang="en-US" dirty="0">
                <a:latin typeface="NanumGothic" panose="020D0604000000000000" pitchFamily="34" charset="-127"/>
                <a:ea typeface="NanumGothic" panose="020D0604000000000000" pitchFamily="34" charset="-127"/>
              </a:rPr>
              <a:t>액세스 제어</a:t>
            </a:r>
            <a:r>
              <a:rPr kumimoji="1" lang="en-US" altLang="ko-KR" dirty="0">
                <a:latin typeface="NanumGothic" panose="020D0604000000000000" pitchFamily="34" charset="-127"/>
                <a:ea typeface="NanumGothic" panose="020D0604000000000000" pitchFamily="34" charset="-127"/>
              </a:rPr>
              <a:t>(IAM) </a:t>
            </a:r>
            <a:r>
              <a:rPr kumimoji="1" lang="ko-KR" altLang="en-US" dirty="0">
                <a:latin typeface="NanumGothic" panose="020D0604000000000000" pitchFamily="34" charset="-127"/>
                <a:ea typeface="NanumGothic" panose="020D0604000000000000" pitchFamily="34" charset="-127"/>
              </a:rPr>
              <a:t>클릭</a:t>
            </a:r>
            <a:endParaRPr kumimoji="1" lang="en-US" altLang="ko-KR" dirty="0">
              <a:latin typeface="NanumGothic" panose="020D0604000000000000" pitchFamily="34" charset="-127"/>
              <a:ea typeface="NanumGothic" panose="020D0604000000000000" pitchFamily="34" charset="-127"/>
            </a:endParaRP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kumimoji="1" lang="ko-KR" altLang="en-US" dirty="0">
                <a:latin typeface="NanumGothic" panose="020D0604000000000000" pitchFamily="34" charset="-127"/>
                <a:ea typeface="NanumGothic" panose="020D0604000000000000" pitchFamily="34" charset="-127"/>
              </a:rPr>
              <a:t>추가 </a:t>
            </a:r>
            <a:r>
              <a:rPr kumimoji="1" lang="en-US" altLang="ko-KR" dirty="0">
                <a:latin typeface="NanumGothic" panose="020D0604000000000000" pitchFamily="34" charset="-127"/>
                <a:ea typeface="NanumGothic" panose="020D0604000000000000" pitchFamily="34" charset="-127"/>
              </a:rPr>
              <a:t>&gt; </a:t>
            </a:r>
            <a:r>
              <a:rPr kumimoji="1" lang="ko-KR" altLang="en-US" dirty="0">
                <a:latin typeface="NanumGothic" panose="020D0604000000000000" pitchFamily="34" charset="-127"/>
                <a:ea typeface="NanumGothic" panose="020D0604000000000000" pitchFamily="34" charset="-127"/>
              </a:rPr>
              <a:t>역할 할당 추가</a:t>
            </a:r>
            <a:endParaRPr kumimoji="1" lang="en-US" altLang="ko-KR" dirty="0">
              <a:latin typeface="NanumGothic" panose="020D0604000000000000" pitchFamily="34" charset="-127"/>
              <a:ea typeface="NanumGothic" panose="020D0604000000000000" pitchFamily="34" charset="-127"/>
            </a:endParaRP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endParaRPr kumimoji="1" lang="en-US" altLang="ko-KR" dirty="0">
              <a:latin typeface="NanumGothic" panose="020D0604000000000000" pitchFamily="34" charset="-127"/>
              <a:ea typeface="NanumGothic" panose="020D0604000000000000" pitchFamily="34" charset="-127"/>
            </a:endParaRP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BA5D37B-DB9D-1A38-44F9-85C9D705ACFF}"/>
              </a:ext>
            </a:extLst>
          </p:cNvPr>
          <p:cNvSpPr txBox="1">
            <a:spLocks/>
          </p:cNvSpPr>
          <p:nvPr/>
        </p:nvSpPr>
        <p:spPr>
          <a:xfrm>
            <a:off x="5883116" y="6424779"/>
            <a:ext cx="423452" cy="365343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ctr" defTabSz="457200" rtl="0" eaLnBrk="1" latinLnBrk="0" hangingPunct="1"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DBA1B0FB-D917-4C8C-928F-313BD683BF39}" type="slidenum">
              <a:rPr lang="en-US" smtClean="0">
                <a:solidFill>
                  <a:srgbClr val="173F69"/>
                </a:solidFill>
              </a:rPr>
              <a:pPr/>
              <a:t>34</a:t>
            </a:fld>
            <a:endParaRPr lang="en-US">
              <a:solidFill>
                <a:srgbClr val="173F69"/>
              </a:solidFill>
            </a:endParaRPr>
          </a:p>
        </p:txBody>
      </p:sp>
      <p:pic>
        <p:nvPicPr>
          <p:cNvPr id="4" name="그림 3">
            <a:extLst>
              <a:ext uri="{FF2B5EF4-FFF2-40B4-BE49-F238E27FC236}">
                <a16:creationId xmlns:a16="http://schemas.microsoft.com/office/drawing/2014/main" id="{8C1EF415-59A4-2D51-F295-56C1D6E897C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022403" y="2352155"/>
            <a:ext cx="4010585" cy="313416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41725657"/>
      </p:ext>
    </p:extLst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C778DF3-F8CC-A389-E625-16528801A7E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073EC596-735B-AB09-48B2-F2FFB3B1DF17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/>
        <p:txBody>
          <a:bodyPr/>
          <a:lstStyle/>
          <a:p>
            <a:r>
              <a:rPr kumimoji="1" lang="en-US" altLang="ko-KR" dirty="0">
                <a:latin typeface="나눔고딕" pitchFamily="2" charset="-127"/>
                <a:ea typeface="나눔고딕" pitchFamily="2" charset="-127"/>
              </a:rPr>
              <a:t>2. </a:t>
            </a:r>
            <a:r>
              <a:rPr kumimoji="1" lang="ko-KR" altLang="en-US" dirty="0">
                <a:latin typeface="나눔고딕" pitchFamily="2" charset="-127"/>
                <a:ea typeface="나눔고딕" pitchFamily="2" charset="-127"/>
              </a:rPr>
              <a:t>고객 관리 키 </a:t>
            </a:r>
            <a:r>
              <a:rPr kumimoji="1" lang="en-US" altLang="ko-KR" dirty="0">
                <a:latin typeface="나눔고딕" pitchFamily="2" charset="-127"/>
                <a:ea typeface="나눔고딕" pitchFamily="2" charset="-127"/>
              </a:rPr>
              <a:t>(CMK)</a:t>
            </a:r>
            <a:endParaRPr kumimoji="1" lang="ko-KR" altLang="en-US" dirty="0">
              <a:latin typeface="나눔고딕" pitchFamily="2" charset="-127"/>
              <a:ea typeface="나눔고딕" pitchFamily="2" charset="-127"/>
            </a:endParaRPr>
          </a:p>
        </p:txBody>
      </p:sp>
      <p:sp>
        <p:nvSpPr>
          <p:cNvPr id="5" name="텍스트 개체 틀 4">
            <a:extLst>
              <a:ext uri="{FF2B5EF4-FFF2-40B4-BE49-F238E27FC236}">
                <a16:creationId xmlns:a16="http://schemas.microsoft.com/office/drawing/2014/main" id="{90146208-0373-E82E-6EC5-3118803E03FE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167237" y="757921"/>
            <a:ext cx="10592845" cy="350285"/>
          </a:xfrm>
        </p:spPr>
        <p:txBody>
          <a:bodyPr vert="horz" lIns="91440" tIns="45720" rIns="91440" bIns="45720" rtlCol="0" anchor="ctr">
            <a:noAutofit/>
          </a:bodyPr>
          <a:lstStyle/>
          <a:p>
            <a:r>
              <a:rPr lang="en-US" altLang="ko-KR" sz="1400" dirty="0">
                <a:solidFill>
                  <a:srgbClr val="1F3B63"/>
                </a:solidFill>
                <a:latin typeface="나눔고딕" pitchFamily="2" charset="-127"/>
                <a:ea typeface="나눔고딕" pitchFamily="2" charset="-127"/>
              </a:rPr>
              <a:t>2-3-4. </a:t>
            </a:r>
            <a:r>
              <a:rPr lang="ko-KR" altLang="en-US" sz="1400" dirty="0">
                <a:solidFill>
                  <a:srgbClr val="1F3B63"/>
                </a:solidFill>
                <a:latin typeface="나눔고딕" pitchFamily="2" charset="-127"/>
                <a:ea typeface="나눔고딕" pitchFamily="2" charset="-127"/>
              </a:rPr>
              <a:t>할당 </a:t>
            </a:r>
            <a:r>
              <a:rPr lang="en-US" altLang="ko-KR" sz="1400" dirty="0">
                <a:solidFill>
                  <a:srgbClr val="1F3B63"/>
                </a:solidFill>
                <a:latin typeface="나눔고딕" pitchFamily="2" charset="-127"/>
                <a:ea typeface="나눔고딕" pitchFamily="2" charset="-127"/>
              </a:rPr>
              <a:t>ID </a:t>
            </a:r>
            <a:r>
              <a:rPr lang="ko-KR" altLang="en-US" sz="1400" dirty="0">
                <a:solidFill>
                  <a:srgbClr val="1F3B63"/>
                </a:solidFill>
                <a:latin typeface="나눔고딕" pitchFamily="2" charset="-127"/>
                <a:ea typeface="나눔고딕" pitchFamily="2" charset="-127"/>
              </a:rPr>
              <a:t>권한 부여</a:t>
            </a:r>
          </a:p>
        </p:txBody>
      </p:sp>
      <p:sp>
        <p:nvSpPr>
          <p:cNvPr id="7" name="텍스트 개체 틀 6">
            <a:extLst>
              <a:ext uri="{FF2B5EF4-FFF2-40B4-BE49-F238E27FC236}">
                <a16:creationId xmlns:a16="http://schemas.microsoft.com/office/drawing/2014/main" id="{B5C10BCC-9767-CBA3-19EE-1AD45BA49D05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/>
        <p:txBody>
          <a:bodyPr/>
          <a:lstStyle/>
          <a:p>
            <a:r>
              <a:rPr kumimoji="1" lang="ko-KR" altLang="en-US" sz="1400" b="0">
                <a:latin typeface="나눔고딕" pitchFamily="2" charset="-127"/>
                <a:ea typeface="나눔고딕" pitchFamily="2" charset="-127"/>
              </a:rPr>
              <a:t>이미지</a:t>
            </a:r>
          </a:p>
        </p:txBody>
      </p:sp>
      <p:sp>
        <p:nvSpPr>
          <p:cNvPr id="8" name="텍스트 개체 틀 7">
            <a:extLst>
              <a:ext uri="{FF2B5EF4-FFF2-40B4-BE49-F238E27FC236}">
                <a16:creationId xmlns:a16="http://schemas.microsoft.com/office/drawing/2014/main" id="{8CB2292B-0D0B-EBEA-3800-27047B60147C}"/>
              </a:ext>
            </a:extLst>
          </p:cNvPr>
          <p:cNvSpPr>
            <a:spLocks noGrp="1"/>
          </p:cNvSpPr>
          <p:nvPr>
            <p:ph type="body" sz="quarter" idx="20"/>
          </p:nvPr>
        </p:nvSpPr>
        <p:spPr/>
        <p:txBody>
          <a:bodyPr/>
          <a:lstStyle/>
          <a:p>
            <a:r>
              <a:rPr kumimoji="1" lang="ko-KR" altLang="en-US" sz="1400" b="0">
                <a:latin typeface="나눔고딕" pitchFamily="2" charset="-127"/>
                <a:ea typeface="나눔고딕" pitchFamily="2" charset="-127"/>
              </a:rPr>
              <a:t>설명</a:t>
            </a:r>
            <a:endParaRPr kumimoji="1" lang="en-US" altLang="ko-KR" sz="1400" b="0">
              <a:latin typeface="나눔고딕" pitchFamily="2" charset="-127"/>
              <a:ea typeface="나눔고딕" pitchFamily="2" charset="-127"/>
            </a:endParaRPr>
          </a:p>
        </p:txBody>
      </p:sp>
      <p:sp>
        <p:nvSpPr>
          <p:cNvPr id="9" name="텍스트 개체 틀 8">
            <a:extLst>
              <a:ext uri="{FF2B5EF4-FFF2-40B4-BE49-F238E27FC236}">
                <a16:creationId xmlns:a16="http://schemas.microsoft.com/office/drawing/2014/main" id="{1B787118-E8E2-213B-BAEA-59C08697D81B}"/>
              </a:ext>
            </a:extLst>
          </p:cNvPr>
          <p:cNvSpPr>
            <a:spLocks noGrp="1"/>
          </p:cNvSpPr>
          <p:nvPr>
            <p:ph type="body" sz="quarter" idx="21"/>
          </p:nvPr>
        </p:nvSpPr>
        <p:spPr>
          <a:xfrm>
            <a:off x="8044544" y="1664441"/>
            <a:ext cx="3980220" cy="4509590"/>
          </a:xfrm>
        </p:spPr>
        <p:txBody>
          <a:bodyPr anchor="t"/>
          <a:lstStyle/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kumimoji="1" lang="en-US" altLang="ko-KR" dirty="0">
                <a:latin typeface="NanumGothic" panose="020D0604000000000000" pitchFamily="34" charset="-127"/>
                <a:ea typeface="NanumGothic" panose="020D0604000000000000" pitchFamily="34" charset="-127"/>
              </a:rPr>
              <a:t>Key</a:t>
            </a:r>
            <a:r>
              <a:rPr kumimoji="1" lang="ko-KR" altLang="en-US" dirty="0">
                <a:latin typeface="NanumGothic" panose="020D0604000000000000" pitchFamily="34" charset="-127"/>
                <a:ea typeface="NanumGothic" panose="020D0604000000000000" pitchFamily="34" charset="-127"/>
              </a:rPr>
              <a:t> </a:t>
            </a:r>
            <a:r>
              <a:rPr kumimoji="1" lang="en-US" altLang="ko-KR" dirty="0">
                <a:latin typeface="NanumGothic" panose="020D0604000000000000" pitchFamily="34" charset="-127"/>
                <a:ea typeface="NanumGothic" panose="020D0604000000000000" pitchFamily="34" charset="-127"/>
              </a:rPr>
              <a:t>Vault</a:t>
            </a:r>
            <a:r>
              <a:rPr kumimoji="1" lang="ko-KR" altLang="en-US" dirty="0">
                <a:latin typeface="NanumGothic" panose="020D0604000000000000" pitchFamily="34" charset="-127"/>
                <a:ea typeface="NanumGothic" panose="020D0604000000000000" pitchFamily="34" charset="-127"/>
              </a:rPr>
              <a:t> 암호화 서비스 암호화 사용자 선택</a:t>
            </a:r>
            <a:endParaRPr kumimoji="1" lang="en-US" altLang="ko-KR" dirty="0">
              <a:latin typeface="NanumGothic" panose="020D0604000000000000" pitchFamily="34" charset="-127"/>
              <a:ea typeface="NanumGothic" panose="020D0604000000000000" pitchFamily="34" charset="-127"/>
            </a:endParaRP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kumimoji="1" lang="ko-KR" altLang="en-US" dirty="0">
                <a:latin typeface="NanumGothic" panose="020D0604000000000000" pitchFamily="34" charset="-127"/>
                <a:ea typeface="NanumGothic" panose="020D0604000000000000" pitchFamily="34" charset="-127"/>
              </a:rPr>
              <a:t>다음 클릭</a:t>
            </a:r>
            <a:endParaRPr kumimoji="1" lang="en-US" altLang="ko-KR" dirty="0">
              <a:latin typeface="NanumGothic" panose="020D0604000000000000" pitchFamily="34" charset="-127"/>
              <a:ea typeface="NanumGothic" panose="020D0604000000000000" pitchFamily="34" charset="-127"/>
            </a:endParaRP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D1F1305-8456-1BC8-EDE3-7C5E9BC543FB}"/>
              </a:ext>
            </a:extLst>
          </p:cNvPr>
          <p:cNvSpPr txBox="1">
            <a:spLocks/>
          </p:cNvSpPr>
          <p:nvPr/>
        </p:nvSpPr>
        <p:spPr>
          <a:xfrm>
            <a:off x="5883116" y="6424779"/>
            <a:ext cx="423452" cy="365343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ctr" defTabSz="457200" rtl="0" eaLnBrk="1" latinLnBrk="0" hangingPunct="1"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DBA1B0FB-D917-4C8C-928F-313BD683BF39}" type="slidenum">
              <a:rPr lang="en-US" smtClean="0">
                <a:solidFill>
                  <a:srgbClr val="173F69"/>
                </a:solidFill>
              </a:rPr>
              <a:pPr/>
              <a:t>35</a:t>
            </a:fld>
            <a:endParaRPr lang="en-US">
              <a:solidFill>
                <a:srgbClr val="173F69"/>
              </a:solidFill>
            </a:endParaRPr>
          </a:p>
        </p:txBody>
      </p:sp>
      <p:pic>
        <p:nvPicPr>
          <p:cNvPr id="10" name="그림 9">
            <a:extLst>
              <a:ext uri="{FF2B5EF4-FFF2-40B4-BE49-F238E27FC236}">
                <a16:creationId xmlns:a16="http://schemas.microsoft.com/office/drawing/2014/main" id="{29C56F00-8F76-FA4E-8C57-4F0CC211BDC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91984" y="1771232"/>
            <a:ext cx="6071423" cy="429600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217569070"/>
      </p:ext>
    </p:extLst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64A5858-C3CD-881E-73B5-87F2623B740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F09C906C-4D70-28ED-D8A8-4649C483DAAD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/>
        <p:txBody>
          <a:bodyPr/>
          <a:lstStyle/>
          <a:p>
            <a:r>
              <a:rPr kumimoji="1" lang="en-US" altLang="ko-KR" dirty="0">
                <a:latin typeface="나눔고딕" pitchFamily="2" charset="-127"/>
                <a:ea typeface="나눔고딕" pitchFamily="2" charset="-127"/>
              </a:rPr>
              <a:t>2. </a:t>
            </a:r>
            <a:r>
              <a:rPr kumimoji="1" lang="ko-KR" altLang="en-US" dirty="0">
                <a:latin typeface="나눔고딕" pitchFamily="2" charset="-127"/>
                <a:ea typeface="나눔고딕" pitchFamily="2" charset="-127"/>
              </a:rPr>
              <a:t>고객 관리 키 </a:t>
            </a:r>
            <a:r>
              <a:rPr kumimoji="1" lang="en-US" altLang="ko-KR" dirty="0">
                <a:latin typeface="나눔고딕" pitchFamily="2" charset="-127"/>
                <a:ea typeface="나눔고딕" pitchFamily="2" charset="-127"/>
              </a:rPr>
              <a:t>(CMK)</a:t>
            </a:r>
            <a:endParaRPr kumimoji="1" lang="ko-KR" altLang="en-US" dirty="0">
              <a:latin typeface="나눔고딕" pitchFamily="2" charset="-127"/>
              <a:ea typeface="나눔고딕" pitchFamily="2" charset="-127"/>
            </a:endParaRPr>
          </a:p>
        </p:txBody>
      </p:sp>
      <p:sp>
        <p:nvSpPr>
          <p:cNvPr id="5" name="텍스트 개체 틀 4">
            <a:extLst>
              <a:ext uri="{FF2B5EF4-FFF2-40B4-BE49-F238E27FC236}">
                <a16:creationId xmlns:a16="http://schemas.microsoft.com/office/drawing/2014/main" id="{C52CF7B8-0EFE-A65E-25E8-29499592BF70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167237" y="757921"/>
            <a:ext cx="10592845" cy="350285"/>
          </a:xfrm>
        </p:spPr>
        <p:txBody>
          <a:bodyPr vert="horz" lIns="91440" tIns="45720" rIns="91440" bIns="45720" rtlCol="0" anchor="ctr">
            <a:noAutofit/>
          </a:bodyPr>
          <a:lstStyle/>
          <a:p>
            <a:r>
              <a:rPr lang="en-US" altLang="ko-KR" sz="1400" dirty="0">
                <a:solidFill>
                  <a:srgbClr val="1F3B63"/>
                </a:solidFill>
                <a:latin typeface="나눔고딕" pitchFamily="2" charset="-127"/>
                <a:ea typeface="나눔고딕" pitchFamily="2" charset="-127"/>
              </a:rPr>
              <a:t>2-3-5. </a:t>
            </a:r>
            <a:r>
              <a:rPr lang="ko-KR" altLang="en-US" sz="1400" dirty="0">
                <a:solidFill>
                  <a:srgbClr val="1F3B63"/>
                </a:solidFill>
                <a:latin typeface="나눔고딕" pitchFamily="2" charset="-127"/>
                <a:ea typeface="나눔고딕" pitchFamily="2" charset="-127"/>
              </a:rPr>
              <a:t>할당 </a:t>
            </a:r>
            <a:r>
              <a:rPr lang="en-US" altLang="ko-KR" sz="1400" dirty="0">
                <a:solidFill>
                  <a:srgbClr val="1F3B63"/>
                </a:solidFill>
                <a:latin typeface="나눔고딕" pitchFamily="2" charset="-127"/>
                <a:ea typeface="나눔고딕" pitchFamily="2" charset="-127"/>
              </a:rPr>
              <a:t>ID </a:t>
            </a:r>
            <a:r>
              <a:rPr lang="ko-KR" altLang="en-US" sz="1400" dirty="0">
                <a:solidFill>
                  <a:srgbClr val="1F3B63"/>
                </a:solidFill>
                <a:latin typeface="나눔고딕" pitchFamily="2" charset="-127"/>
                <a:ea typeface="나눔고딕" pitchFamily="2" charset="-127"/>
              </a:rPr>
              <a:t>권한 부여</a:t>
            </a:r>
          </a:p>
        </p:txBody>
      </p:sp>
      <p:sp>
        <p:nvSpPr>
          <p:cNvPr id="7" name="텍스트 개체 틀 6">
            <a:extLst>
              <a:ext uri="{FF2B5EF4-FFF2-40B4-BE49-F238E27FC236}">
                <a16:creationId xmlns:a16="http://schemas.microsoft.com/office/drawing/2014/main" id="{032D9142-9D2C-D4ED-E5AC-59D774D94F3A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/>
        <p:txBody>
          <a:bodyPr/>
          <a:lstStyle/>
          <a:p>
            <a:r>
              <a:rPr kumimoji="1" lang="ko-KR" altLang="en-US" sz="1400" b="0">
                <a:latin typeface="나눔고딕" pitchFamily="2" charset="-127"/>
                <a:ea typeface="나눔고딕" pitchFamily="2" charset="-127"/>
              </a:rPr>
              <a:t>이미지</a:t>
            </a:r>
          </a:p>
        </p:txBody>
      </p:sp>
      <p:sp>
        <p:nvSpPr>
          <p:cNvPr id="8" name="텍스트 개체 틀 7">
            <a:extLst>
              <a:ext uri="{FF2B5EF4-FFF2-40B4-BE49-F238E27FC236}">
                <a16:creationId xmlns:a16="http://schemas.microsoft.com/office/drawing/2014/main" id="{E6ADB646-30A2-A859-68F5-1A7EA68C9706}"/>
              </a:ext>
            </a:extLst>
          </p:cNvPr>
          <p:cNvSpPr>
            <a:spLocks noGrp="1"/>
          </p:cNvSpPr>
          <p:nvPr>
            <p:ph type="body" sz="quarter" idx="20"/>
          </p:nvPr>
        </p:nvSpPr>
        <p:spPr/>
        <p:txBody>
          <a:bodyPr/>
          <a:lstStyle/>
          <a:p>
            <a:r>
              <a:rPr kumimoji="1" lang="ko-KR" altLang="en-US" sz="1400" b="0">
                <a:latin typeface="나눔고딕" pitchFamily="2" charset="-127"/>
                <a:ea typeface="나눔고딕" pitchFamily="2" charset="-127"/>
              </a:rPr>
              <a:t>설명</a:t>
            </a:r>
            <a:endParaRPr kumimoji="1" lang="en-US" altLang="ko-KR" sz="1400" b="0">
              <a:latin typeface="나눔고딕" pitchFamily="2" charset="-127"/>
              <a:ea typeface="나눔고딕" pitchFamily="2" charset="-127"/>
            </a:endParaRPr>
          </a:p>
        </p:txBody>
      </p:sp>
      <p:sp>
        <p:nvSpPr>
          <p:cNvPr id="9" name="텍스트 개체 틀 8">
            <a:extLst>
              <a:ext uri="{FF2B5EF4-FFF2-40B4-BE49-F238E27FC236}">
                <a16:creationId xmlns:a16="http://schemas.microsoft.com/office/drawing/2014/main" id="{FEE9C7B1-0E11-F94E-A8C1-9A691AE4130C}"/>
              </a:ext>
            </a:extLst>
          </p:cNvPr>
          <p:cNvSpPr>
            <a:spLocks noGrp="1"/>
          </p:cNvSpPr>
          <p:nvPr>
            <p:ph type="body" sz="quarter" idx="21"/>
          </p:nvPr>
        </p:nvSpPr>
        <p:spPr>
          <a:xfrm>
            <a:off x="8044544" y="1664441"/>
            <a:ext cx="3980220" cy="4509590"/>
          </a:xfrm>
        </p:spPr>
        <p:txBody>
          <a:bodyPr anchor="t"/>
          <a:lstStyle/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kumimoji="1" lang="ko-KR" altLang="en-US" dirty="0">
                <a:latin typeface="NanumGothic" panose="020D0604000000000000" pitchFamily="34" charset="-127"/>
                <a:ea typeface="NanumGothic" panose="020D0604000000000000" pitchFamily="34" charset="-127"/>
              </a:rPr>
              <a:t>관리 </a:t>
            </a:r>
            <a:r>
              <a:rPr kumimoji="1" lang="en-US" altLang="ko-KR" dirty="0">
                <a:latin typeface="NanumGothic" panose="020D0604000000000000" pitchFamily="34" charset="-127"/>
                <a:ea typeface="NanumGothic" panose="020D0604000000000000" pitchFamily="34" charset="-127"/>
              </a:rPr>
              <a:t>ID &gt; </a:t>
            </a:r>
            <a:r>
              <a:rPr kumimoji="1" lang="ko-KR" altLang="en-US" dirty="0">
                <a:latin typeface="NanumGothic" panose="020D0604000000000000" pitchFamily="34" charset="-127"/>
                <a:ea typeface="NanumGothic" panose="020D0604000000000000" pitchFamily="34" charset="-127"/>
              </a:rPr>
              <a:t>구성원 선택</a:t>
            </a:r>
            <a:endParaRPr kumimoji="1" lang="en-US" altLang="ko-KR" dirty="0">
              <a:latin typeface="NanumGothic" panose="020D0604000000000000" pitchFamily="34" charset="-127"/>
              <a:ea typeface="NanumGothic" panose="020D0604000000000000" pitchFamily="34" charset="-127"/>
            </a:endParaRP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kumimoji="1" lang="ko-KR" altLang="en-US" dirty="0">
                <a:latin typeface="NanumGothic" panose="020D0604000000000000" pitchFamily="34" charset="-127"/>
                <a:ea typeface="NanumGothic" panose="020D0604000000000000" pitchFamily="34" charset="-127"/>
              </a:rPr>
              <a:t>사용자가 할당한 관리 </a:t>
            </a:r>
            <a:r>
              <a:rPr kumimoji="1" lang="en-US" altLang="ko-KR" dirty="0">
                <a:latin typeface="NanumGothic" panose="020D0604000000000000" pitchFamily="34" charset="-127"/>
                <a:ea typeface="NanumGothic" panose="020D0604000000000000" pitchFamily="34" charset="-127"/>
              </a:rPr>
              <a:t>ID &gt; </a:t>
            </a:r>
            <a:r>
              <a:rPr kumimoji="1" lang="ko-KR" altLang="en-US" dirty="0">
                <a:latin typeface="NanumGothic" panose="020D0604000000000000" pitchFamily="34" charset="-127"/>
                <a:ea typeface="NanumGothic" panose="020D0604000000000000" pitchFamily="34" charset="-127"/>
              </a:rPr>
              <a:t>앞서 생성한 관리 </a:t>
            </a:r>
            <a:r>
              <a:rPr kumimoji="1" lang="en-US" altLang="ko-KR" dirty="0">
                <a:latin typeface="NanumGothic" panose="020D0604000000000000" pitchFamily="34" charset="-127"/>
                <a:ea typeface="NanumGothic" panose="020D0604000000000000" pitchFamily="34" charset="-127"/>
              </a:rPr>
              <a:t>ID </a:t>
            </a:r>
            <a:r>
              <a:rPr kumimoji="1" lang="ko-KR" altLang="en-US" dirty="0">
                <a:latin typeface="NanumGothic" panose="020D0604000000000000" pitchFamily="34" charset="-127"/>
                <a:ea typeface="NanumGothic" panose="020D0604000000000000" pitchFamily="34" charset="-127"/>
              </a:rPr>
              <a:t>선택</a:t>
            </a:r>
            <a:endParaRPr kumimoji="1" lang="en-US" altLang="ko-KR" dirty="0">
              <a:latin typeface="NanumGothic" panose="020D0604000000000000" pitchFamily="34" charset="-127"/>
              <a:ea typeface="NanumGothic" panose="020D0604000000000000" pitchFamily="34" charset="-127"/>
            </a:endParaRP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kumimoji="1" lang="en-US" altLang="ko-KR" dirty="0">
                <a:latin typeface="NanumGothic" panose="020D0604000000000000" pitchFamily="34" charset="-127"/>
                <a:ea typeface="NanumGothic" panose="020D0604000000000000" pitchFamily="34" charset="-127"/>
              </a:rPr>
              <a:t>‘</a:t>
            </a:r>
            <a:r>
              <a:rPr kumimoji="1" lang="ko-KR" altLang="en-US" dirty="0">
                <a:latin typeface="NanumGothic" panose="020D0604000000000000" pitchFamily="34" charset="-127"/>
                <a:ea typeface="NanumGothic" panose="020D0604000000000000" pitchFamily="34" charset="-127"/>
              </a:rPr>
              <a:t>검토</a:t>
            </a:r>
            <a:r>
              <a:rPr kumimoji="1" lang="en-US" altLang="ko-KR" dirty="0">
                <a:latin typeface="NanumGothic" panose="020D0604000000000000" pitchFamily="34" charset="-127"/>
                <a:ea typeface="NanumGothic" panose="020D0604000000000000" pitchFamily="34" charset="-127"/>
              </a:rPr>
              <a:t>+</a:t>
            </a:r>
            <a:r>
              <a:rPr kumimoji="1" lang="ko-KR" altLang="en-US" dirty="0">
                <a:latin typeface="NanumGothic" panose="020D0604000000000000" pitchFamily="34" charset="-127"/>
                <a:ea typeface="NanumGothic" panose="020D0604000000000000" pitchFamily="34" charset="-127"/>
              </a:rPr>
              <a:t>할당</a:t>
            </a:r>
            <a:r>
              <a:rPr kumimoji="1" lang="en-US" altLang="ko-KR" dirty="0">
                <a:latin typeface="NanumGothic" panose="020D0604000000000000" pitchFamily="34" charset="-127"/>
                <a:ea typeface="NanumGothic" panose="020D0604000000000000" pitchFamily="34" charset="-127"/>
              </a:rPr>
              <a:t>’ </a:t>
            </a:r>
            <a:r>
              <a:rPr kumimoji="1" lang="ko-KR" altLang="en-US" dirty="0">
                <a:latin typeface="NanumGothic" panose="020D0604000000000000" pitchFamily="34" charset="-127"/>
                <a:ea typeface="NanumGothic" panose="020D0604000000000000" pitchFamily="34" charset="-127"/>
              </a:rPr>
              <a:t>클릭</a:t>
            </a:r>
            <a:endParaRPr kumimoji="1" lang="en-US" altLang="ko-KR" dirty="0">
              <a:latin typeface="NanumGothic" panose="020D0604000000000000" pitchFamily="34" charset="-127"/>
              <a:ea typeface="NanumGothic" panose="020D0604000000000000" pitchFamily="34" charset="-127"/>
            </a:endParaRP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B51066A-4F18-5359-997F-738DCF870EBB}"/>
              </a:ext>
            </a:extLst>
          </p:cNvPr>
          <p:cNvSpPr txBox="1">
            <a:spLocks/>
          </p:cNvSpPr>
          <p:nvPr/>
        </p:nvSpPr>
        <p:spPr>
          <a:xfrm>
            <a:off x="5883116" y="6424779"/>
            <a:ext cx="423452" cy="365343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ctr" defTabSz="457200" rtl="0" eaLnBrk="1" latinLnBrk="0" hangingPunct="1"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DBA1B0FB-D917-4C8C-928F-313BD683BF39}" type="slidenum">
              <a:rPr lang="en-US" smtClean="0">
                <a:solidFill>
                  <a:srgbClr val="173F69"/>
                </a:solidFill>
              </a:rPr>
              <a:pPr/>
              <a:t>36</a:t>
            </a:fld>
            <a:endParaRPr lang="en-US">
              <a:solidFill>
                <a:srgbClr val="173F69"/>
              </a:solidFill>
            </a:endParaRPr>
          </a:p>
        </p:txBody>
      </p:sp>
      <p:pic>
        <p:nvPicPr>
          <p:cNvPr id="4" name="그림 3">
            <a:extLst>
              <a:ext uri="{FF2B5EF4-FFF2-40B4-BE49-F238E27FC236}">
                <a16:creationId xmlns:a16="http://schemas.microsoft.com/office/drawing/2014/main" id="{35FC19E4-C952-85B7-758F-449E13B8D78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407011" y="1692269"/>
            <a:ext cx="5241369" cy="445393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73540429"/>
      </p:ext>
    </p:extLst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B45E6AE-6FEC-218F-9147-D2F12420FC9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77F5178F-514F-EC49-4D01-3DFD8D05412A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/>
        <p:txBody>
          <a:bodyPr/>
          <a:lstStyle/>
          <a:p>
            <a:r>
              <a:rPr kumimoji="1" lang="en-US" altLang="ko-KR" dirty="0">
                <a:latin typeface="나눔고딕" pitchFamily="2" charset="-127"/>
                <a:ea typeface="나눔고딕" pitchFamily="2" charset="-127"/>
              </a:rPr>
              <a:t>2. </a:t>
            </a:r>
            <a:r>
              <a:rPr kumimoji="1" lang="ko-KR" altLang="en-US" dirty="0">
                <a:latin typeface="나눔고딕" pitchFamily="2" charset="-127"/>
                <a:ea typeface="나눔고딕" pitchFamily="2" charset="-127"/>
              </a:rPr>
              <a:t>고객 관리 키 </a:t>
            </a:r>
            <a:r>
              <a:rPr kumimoji="1" lang="en-US" altLang="ko-KR" dirty="0">
                <a:latin typeface="나눔고딕" pitchFamily="2" charset="-127"/>
                <a:ea typeface="나눔고딕" pitchFamily="2" charset="-127"/>
              </a:rPr>
              <a:t>(CMK)</a:t>
            </a:r>
            <a:endParaRPr kumimoji="1" lang="ko-KR" altLang="en-US" dirty="0">
              <a:latin typeface="나눔고딕" pitchFamily="2" charset="-127"/>
              <a:ea typeface="나눔고딕" pitchFamily="2" charset="-127"/>
            </a:endParaRPr>
          </a:p>
        </p:txBody>
      </p:sp>
      <p:sp>
        <p:nvSpPr>
          <p:cNvPr id="5" name="텍스트 개체 틀 4">
            <a:extLst>
              <a:ext uri="{FF2B5EF4-FFF2-40B4-BE49-F238E27FC236}">
                <a16:creationId xmlns:a16="http://schemas.microsoft.com/office/drawing/2014/main" id="{8CF484F5-FF2B-1514-14DC-144BF8C2897E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167237" y="757921"/>
            <a:ext cx="10592845" cy="350285"/>
          </a:xfrm>
        </p:spPr>
        <p:txBody>
          <a:bodyPr vert="horz" lIns="91440" tIns="45720" rIns="91440" bIns="45720" rtlCol="0" anchor="ctr">
            <a:noAutofit/>
          </a:bodyPr>
          <a:lstStyle/>
          <a:p>
            <a:r>
              <a:rPr lang="en-US" altLang="ko-KR" sz="1400" dirty="0">
                <a:solidFill>
                  <a:srgbClr val="1F3B63"/>
                </a:solidFill>
                <a:latin typeface="나눔고딕" pitchFamily="2" charset="-127"/>
                <a:ea typeface="나눔고딕" pitchFamily="2" charset="-127"/>
              </a:rPr>
              <a:t>2-4-1. Azure </a:t>
            </a:r>
            <a:r>
              <a:rPr lang="ko-KR" altLang="en-US" sz="1400" dirty="0">
                <a:solidFill>
                  <a:srgbClr val="1F3B63"/>
                </a:solidFill>
                <a:latin typeface="나눔고딕" pitchFamily="2" charset="-127"/>
                <a:ea typeface="나눔고딕" pitchFamily="2" charset="-127"/>
              </a:rPr>
              <a:t>콘솔 → </a:t>
            </a:r>
            <a:r>
              <a:rPr lang="en-US" altLang="ko-KR" sz="1400" dirty="0">
                <a:solidFill>
                  <a:srgbClr val="1F3B63"/>
                </a:solidFill>
                <a:latin typeface="나눔고딕" pitchFamily="2" charset="-127"/>
                <a:ea typeface="나눔고딕" pitchFamily="2" charset="-127"/>
              </a:rPr>
              <a:t>Storage accounts</a:t>
            </a:r>
            <a:endParaRPr lang="ko-KR" altLang="en-US" sz="1400" dirty="0">
              <a:solidFill>
                <a:srgbClr val="1F3B63"/>
              </a:solidFill>
              <a:latin typeface="나눔고딕" pitchFamily="2" charset="-127"/>
              <a:ea typeface="나눔고딕" pitchFamily="2" charset="-127"/>
            </a:endParaRPr>
          </a:p>
        </p:txBody>
      </p:sp>
      <p:sp>
        <p:nvSpPr>
          <p:cNvPr id="7" name="텍스트 개체 틀 6">
            <a:extLst>
              <a:ext uri="{FF2B5EF4-FFF2-40B4-BE49-F238E27FC236}">
                <a16:creationId xmlns:a16="http://schemas.microsoft.com/office/drawing/2014/main" id="{40229609-0DBD-6162-EE06-B6B82E6754C8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/>
        <p:txBody>
          <a:bodyPr/>
          <a:lstStyle/>
          <a:p>
            <a:r>
              <a:rPr kumimoji="1" lang="ko-KR" altLang="en-US" sz="1400" b="0">
                <a:latin typeface="나눔고딕" pitchFamily="2" charset="-127"/>
                <a:ea typeface="나눔고딕" pitchFamily="2" charset="-127"/>
              </a:rPr>
              <a:t>이미지</a:t>
            </a:r>
          </a:p>
        </p:txBody>
      </p:sp>
      <p:sp>
        <p:nvSpPr>
          <p:cNvPr id="8" name="텍스트 개체 틀 7">
            <a:extLst>
              <a:ext uri="{FF2B5EF4-FFF2-40B4-BE49-F238E27FC236}">
                <a16:creationId xmlns:a16="http://schemas.microsoft.com/office/drawing/2014/main" id="{0BC8170D-5556-27A0-4DDC-74A0007B3CDE}"/>
              </a:ext>
            </a:extLst>
          </p:cNvPr>
          <p:cNvSpPr>
            <a:spLocks noGrp="1"/>
          </p:cNvSpPr>
          <p:nvPr>
            <p:ph type="body" sz="quarter" idx="20"/>
          </p:nvPr>
        </p:nvSpPr>
        <p:spPr/>
        <p:txBody>
          <a:bodyPr/>
          <a:lstStyle/>
          <a:p>
            <a:r>
              <a:rPr kumimoji="1" lang="ko-KR" altLang="en-US" sz="1400" b="0">
                <a:latin typeface="나눔고딕" pitchFamily="2" charset="-127"/>
                <a:ea typeface="나눔고딕" pitchFamily="2" charset="-127"/>
              </a:rPr>
              <a:t>설명</a:t>
            </a:r>
            <a:endParaRPr kumimoji="1" lang="en-US" altLang="ko-KR" sz="1400" b="0">
              <a:latin typeface="나눔고딕" pitchFamily="2" charset="-127"/>
              <a:ea typeface="나눔고딕" pitchFamily="2" charset="-127"/>
            </a:endParaRPr>
          </a:p>
        </p:txBody>
      </p:sp>
      <p:sp>
        <p:nvSpPr>
          <p:cNvPr id="9" name="텍스트 개체 틀 8">
            <a:extLst>
              <a:ext uri="{FF2B5EF4-FFF2-40B4-BE49-F238E27FC236}">
                <a16:creationId xmlns:a16="http://schemas.microsoft.com/office/drawing/2014/main" id="{BDB78B03-818B-66CC-6622-CD97F6E632B4}"/>
              </a:ext>
            </a:extLst>
          </p:cNvPr>
          <p:cNvSpPr>
            <a:spLocks noGrp="1"/>
          </p:cNvSpPr>
          <p:nvPr>
            <p:ph type="body" sz="quarter" idx="21"/>
          </p:nvPr>
        </p:nvSpPr>
        <p:spPr>
          <a:xfrm>
            <a:off x="8044544" y="1664441"/>
            <a:ext cx="3980220" cy="4509590"/>
          </a:xfrm>
        </p:spPr>
        <p:txBody>
          <a:bodyPr anchor="t"/>
          <a:lstStyle/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kumimoji="1" lang="ko-KR" altLang="en-US" dirty="0">
                <a:latin typeface="NanumGothic" panose="020D0604000000000000" pitchFamily="34" charset="-127"/>
                <a:ea typeface="NanumGothic" panose="020D0604000000000000" pitchFamily="34" charset="-127"/>
              </a:rPr>
              <a:t>스토리지 계정 </a:t>
            </a:r>
            <a:r>
              <a:rPr kumimoji="1" lang="en-US" altLang="ko-KR" dirty="0">
                <a:latin typeface="NanumGothic" panose="020D0604000000000000" pitchFamily="34" charset="-127"/>
                <a:ea typeface="NanumGothic" panose="020D0604000000000000" pitchFamily="34" charset="-127"/>
              </a:rPr>
              <a:t>&gt; </a:t>
            </a:r>
            <a:r>
              <a:rPr kumimoji="1" lang="ko-KR" altLang="en-US" dirty="0">
                <a:latin typeface="NanumGothic" panose="020D0604000000000000" pitchFamily="34" charset="-127"/>
                <a:ea typeface="NanumGothic" panose="020D0604000000000000" pitchFamily="34" charset="-127"/>
              </a:rPr>
              <a:t>보안</a:t>
            </a:r>
            <a:r>
              <a:rPr kumimoji="1" lang="en-US" altLang="ko-KR" dirty="0">
                <a:latin typeface="NanumGothic" panose="020D0604000000000000" pitchFamily="34" charset="-127"/>
                <a:ea typeface="NanumGothic" panose="020D0604000000000000" pitchFamily="34" charset="-127"/>
              </a:rPr>
              <a:t>+</a:t>
            </a:r>
            <a:r>
              <a:rPr kumimoji="1" lang="ko-KR" altLang="en-US" dirty="0">
                <a:latin typeface="NanumGothic" panose="020D0604000000000000" pitchFamily="34" charset="-127"/>
                <a:ea typeface="NanumGothic" panose="020D0604000000000000" pitchFamily="34" charset="-127"/>
              </a:rPr>
              <a:t>네트워킹 </a:t>
            </a:r>
            <a:r>
              <a:rPr kumimoji="1" lang="en-US" altLang="ko-KR" dirty="0">
                <a:latin typeface="NanumGothic" panose="020D0604000000000000" pitchFamily="34" charset="-127"/>
                <a:ea typeface="NanumGothic" panose="020D0604000000000000" pitchFamily="34" charset="-127"/>
              </a:rPr>
              <a:t>&gt; </a:t>
            </a:r>
            <a:r>
              <a:rPr kumimoji="1" lang="ko-KR" altLang="en-US" dirty="0">
                <a:latin typeface="NanumGothic" panose="020D0604000000000000" pitchFamily="34" charset="-127"/>
                <a:ea typeface="NanumGothic" panose="020D0604000000000000" pitchFamily="34" charset="-127"/>
              </a:rPr>
              <a:t>암호화</a:t>
            </a:r>
            <a:endParaRPr kumimoji="1" lang="en-US" altLang="ko-KR" dirty="0">
              <a:latin typeface="NanumGothic" panose="020D0604000000000000" pitchFamily="34" charset="-127"/>
              <a:ea typeface="NanumGothic" panose="020D0604000000000000" pitchFamily="34" charset="-127"/>
            </a:endParaRP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kumimoji="1" lang="ko-KR" altLang="en-US" dirty="0">
                <a:latin typeface="NanumGothic" panose="020D0604000000000000" pitchFamily="34" charset="-127"/>
                <a:ea typeface="NanumGothic" panose="020D0604000000000000" pitchFamily="34" charset="-127"/>
              </a:rPr>
              <a:t>암호화 형식</a:t>
            </a:r>
            <a:r>
              <a:rPr kumimoji="1" lang="en-US" altLang="ko-KR" dirty="0">
                <a:latin typeface="NanumGothic" panose="020D0604000000000000" pitchFamily="34" charset="-127"/>
                <a:ea typeface="NanumGothic" panose="020D0604000000000000" pitchFamily="34" charset="-127"/>
              </a:rPr>
              <a:t>: </a:t>
            </a:r>
            <a:r>
              <a:rPr kumimoji="1" lang="ko-KR" altLang="en-US" dirty="0">
                <a:latin typeface="NanumGothic" panose="020D0604000000000000" pitchFamily="34" charset="-127"/>
                <a:ea typeface="NanumGothic" panose="020D0604000000000000" pitchFamily="34" charset="-127"/>
              </a:rPr>
              <a:t>고객 관리형 키</a:t>
            </a:r>
            <a:endParaRPr kumimoji="1" lang="en-US" altLang="ko-KR" dirty="0">
              <a:latin typeface="NanumGothic" panose="020D0604000000000000" pitchFamily="34" charset="-127"/>
              <a:ea typeface="NanumGothic" panose="020D0604000000000000" pitchFamily="34" charset="-127"/>
            </a:endParaRP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kumimoji="1" lang="ko-KR" altLang="en-US" dirty="0">
                <a:latin typeface="NanumGothic" panose="020D0604000000000000" pitchFamily="34" charset="-127"/>
                <a:ea typeface="NanumGothic" panose="020D0604000000000000" pitchFamily="34" charset="-127"/>
              </a:rPr>
              <a:t>암호화 키</a:t>
            </a:r>
            <a:r>
              <a:rPr kumimoji="1" lang="en-US" altLang="ko-KR" dirty="0">
                <a:latin typeface="NanumGothic" panose="020D0604000000000000" pitchFamily="34" charset="-127"/>
                <a:ea typeface="NanumGothic" panose="020D0604000000000000" pitchFamily="34" charset="-127"/>
              </a:rPr>
              <a:t>: Key Vault</a:t>
            </a:r>
            <a:r>
              <a:rPr kumimoji="1" lang="ko-KR" altLang="en-US" dirty="0">
                <a:latin typeface="NanumGothic" panose="020D0604000000000000" pitchFamily="34" charset="-127"/>
                <a:ea typeface="NanumGothic" panose="020D0604000000000000" pitchFamily="34" charset="-127"/>
              </a:rPr>
              <a:t>에서 선택</a:t>
            </a:r>
            <a:endParaRPr kumimoji="1" lang="en-US" altLang="ko-KR" dirty="0">
              <a:latin typeface="NanumGothic" panose="020D0604000000000000" pitchFamily="34" charset="-127"/>
              <a:ea typeface="NanumGothic" panose="020D0604000000000000" pitchFamily="34" charset="-127"/>
            </a:endParaRP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kumimoji="1" lang="ko-KR" altLang="en-US" dirty="0">
                <a:latin typeface="NanumGothic" panose="020D0604000000000000" pitchFamily="34" charset="-127"/>
                <a:ea typeface="NanumGothic" panose="020D0604000000000000" pitchFamily="34" charset="-127"/>
              </a:rPr>
              <a:t>주요 자격 증명 모음 및 키</a:t>
            </a:r>
            <a:r>
              <a:rPr kumimoji="1" lang="en-US" altLang="ko-KR" dirty="0">
                <a:latin typeface="NanumGothic" panose="020D0604000000000000" pitchFamily="34" charset="-127"/>
                <a:ea typeface="NanumGothic" panose="020D0604000000000000" pitchFamily="34" charset="-127"/>
              </a:rPr>
              <a:t>: ‘Key Vault </a:t>
            </a:r>
            <a:r>
              <a:rPr kumimoji="1" lang="ko-KR" altLang="en-US" dirty="0">
                <a:latin typeface="NanumGothic" panose="020D0604000000000000" pitchFamily="34" charset="-127"/>
                <a:ea typeface="NanumGothic" panose="020D0604000000000000" pitchFamily="34" charset="-127"/>
              </a:rPr>
              <a:t>및 키</a:t>
            </a:r>
            <a:r>
              <a:rPr kumimoji="1" lang="en-US" altLang="ko-KR" dirty="0">
                <a:latin typeface="NanumGothic" panose="020D0604000000000000" pitchFamily="34" charset="-127"/>
                <a:ea typeface="NanumGothic" panose="020D0604000000000000" pitchFamily="34" charset="-127"/>
              </a:rPr>
              <a:t> </a:t>
            </a:r>
            <a:r>
              <a:rPr kumimoji="1" lang="ko-KR" altLang="en-US" dirty="0">
                <a:latin typeface="NanumGothic" panose="020D0604000000000000" pitchFamily="34" charset="-127"/>
                <a:ea typeface="NanumGothic" panose="020D0604000000000000" pitchFamily="34" charset="-127"/>
              </a:rPr>
              <a:t>선택</a:t>
            </a:r>
            <a:r>
              <a:rPr kumimoji="1" lang="en-US" altLang="ko-KR" dirty="0">
                <a:latin typeface="NanumGothic" panose="020D0604000000000000" pitchFamily="34" charset="-127"/>
                <a:ea typeface="NanumGothic" panose="020D0604000000000000" pitchFamily="34" charset="-127"/>
              </a:rPr>
              <a:t>’</a:t>
            </a:r>
            <a:r>
              <a:rPr kumimoji="1" lang="ko-KR" altLang="en-US" dirty="0">
                <a:latin typeface="NanumGothic" panose="020D0604000000000000" pitchFamily="34" charset="-127"/>
                <a:ea typeface="NanumGothic" panose="020D0604000000000000" pitchFamily="34" charset="-127"/>
              </a:rPr>
              <a:t> 클릭</a:t>
            </a:r>
            <a:endParaRPr kumimoji="1" lang="en-US" altLang="ko-KR" dirty="0">
              <a:latin typeface="NanumGothic" panose="020D0604000000000000" pitchFamily="34" charset="-127"/>
              <a:ea typeface="NanumGothic" panose="020D0604000000000000" pitchFamily="34" charset="-127"/>
            </a:endParaRP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6DDF304-F54B-B24C-252F-83888FB680D8}"/>
              </a:ext>
            </a:extLst>
          </p:cNvPr>
          <p:cNvSpPr txBox="1">
            <a:spLocks/>
          </p:cNvSpPr>
          <p:nvPr/>
        </p:nvSpPr>
        <p:spPr>
          <a:xfrm>
            <a:off x="5883116" y="6424779"/>
            <a:ext cx="423452" cy="365343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ctr" defTabSz="457200" rtl="0" eaLnBrk="1" latinLnBrk="0" hangingPunct="1"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DBA1B0FB-D917-4C8C-928F-313BD683BF39}" type="slidenum">
              <a:rPr lang="en-US" smtClean="0">
                <a:solidFill>
                  <a:srgbClr val="173F69"/>
                </a:solidFill>
              </a:rPr>
              <a:pPr/>
              <a:t>37</a:t>
            </a:fld>
            <a:endParaRPr lang="en-US">
              <a:solidFill>
                <a:srgbClr val="173F69"/>
              </a:solidFill>
            </a:endParaRPr>
          </a:p>
        </p:txBody>
      </p:sp>
      <p:pic>
        <p:nvPicPr>
          <p:cNvPr id="4" name="그림 3">
            <a:extLst>
              <a:ext uri="{FF2B5EF4-FFF2-40B4-BE49-F238E27FC236}">
                <a16:creationId xmlns:a16="http://schemas.microsoft.com/office/drawing/2014/main" id="{B07FA57E-27A2-7CDA-FEF1-60A680ED15A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853869" y="1807025"/>
            <a:ext cx="4347654" cy="422442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93296018"/>
      </p:ext>
    </p:extLst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C9F0359-4E40-5CE1-EE2F-A389FDB9777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2C9402D4-A1A6-EC3E-3DF2-9C0B89AAB13F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/>
        <p:txBody>
          <a:bodyPr/>
          <a:lstStyle/>
          <a:p>
            <a:r>
              <a:rPr kumimoji="1" lang="en-US" altLang="ko-KR" dirty="0">
                <a:latin typeface="나눔고딕" pitchFamily="2" charset="-127"/>
                <a:ea typeface="나눔고딕" pitchFamily="2" charset="-127"/>
              </a:rPr>
              <a:t>2. </a:t>
            </a:r>
            <a:r>
              <a:rPr kumimoji="1" lang="ko-KR" altLang="en-US" dirty="0">
                <a:latin typeface="나눔고딕" pitchFamily="2" charset="-127"/>
                <a:ea typeface="나눔고딕" pitchFamily="2" charset="-127"/>
              </a:rPr>
              <a:t>고객 관리 키 </a:t>
            </a:r>
            <a:r>
              <a:rPr kumimoji="1" lang="en-US" altLang="ko-KR" dirty="0">
                <a:latin typeface="나눔고딕" pitchFamily="2" charset="-127"/>
                <a:ea typeface="나눔고딕" pitchFamily="2" charset="-127"/>
              </a:rPr>
              <a:t>(CMK)</a:t>
            </a:r>
            <a:endParaRPr kumimoji="1" lang="ko-KR" altLang="en-US" dirty="0">
              <a:latin typeface="나눔고딕" pitchFamily="2" charset="-127"/>
              <a:ea typeface="나눔고딕" pitchFamily="2" charset="-127"/>
            </a:endParaRPr>
          </a:p>
        </p:txBody>
      </p:sp>
      <p:sp>
        <p:nvSpPr>
          <p:cNvPr id="5" name="텍스트 개체 틀 4">
            <a:extLst>
              <a:ext uri="{FF2B5EF4-FFF2-40B4-BE49-F238E27FC236}">
                <a16:creationId xmlns:a16="http://schemas.microsoft.com/office/drawing/2014/main" id="{3392E83F-A7A8-EF73-F24C-91D56E63AEE7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167237" y="757921"/>
            <a:ext cx="10592845" cy="350285"/>
          </a:xfrm>
        </p:spPr>
        <p:txBody>
          <a:bodyPr vert="horz" lIns="91440" tIns="45720" rIns="91440" bIns="45720" rtlCol="0" anchor="ctr">
            <a:noAutofit/>
          </a:bodyPr>
          <a:lstStyle/>
          <a:p>
            <a:r>
              <a:rPr lang="en-US" altLang="ko-KR" sz="1400" dirty="0">
                <a:solidFill>
                  <a:srgbClr val="1F3B63"/>
                </a:solidFill>
                <a:latin typeface="나눔고딕" pitchFamily="2" charset="-127"/>
                <a:ea typeface="나눔고딕" pitchFamily="2" charset="-127"/>
              </a:rPr>
              <a:t>2-4-2. Azure </a:t>
            </a:r>
            <a:r>
              <a:rPr lang="ko-KR" altLang="en-US" sz="1400" dirty="0">
                <a:solidFill>
                  <a:srgbClr val="1F3B63"/>
                </a:solidFill>
                <a:latin typeface="나눔고딕" pitchFamily="2" charset="-127"/>
                <a:ea typeface="나눔고딕" pitchFamily="2" charset="-127"/>
              </a:rPr>
              <a:t>콘솔 → </a:t>
            </a:r>
            <a:r>
              <a:rPr lang="en-US" altLang="ko-KR" sz="1400" dirty="0">
                <a:solidFill>
                  <a:srgbClr val="1F3B63"/>
                </a:solidFill>
                <a:latin typeface="나눔고딕" pitchFamily="2" charset="-127"/>
                <a:ea typeface="나눔고딕" pitchFamily="2" charset="-127"/>
              </a:rPr>
              <a:t>Storage accounts</a:t>
            </a:r>
            <a:endParaRPr lang="ko-KR" altLang="en-US" sz="1400" dirty="0">
              <a:solidFill>
                <a:srgbClr val="1F3B63"/>
              </a:solidFill>
              <a:latin typeface="나눔고딕" pitchFamily="2" charset="-127"/>
              <a:ea typeface="나눔고딕" pitchFamily="2" charset="-127"/>
            </a:endParaRPr>
          </a:p>
        </p:txBody>
      </p:sp>
      <p:sp>
        <p:nvSpPr>
          <p:cNvPr id="7" name="텍스트 개체 틀 6">
            <a:extLst>
              <a:ext uri="{FF2B5EF4-FFF2-40B4-BE49-F238E27FC236}">
                <a16:creationId xmlns:a16="http://schemas.microsoft.com/office/drawing/2014/main" id="{9509665C-41EC-F716-DB38-0F46704F109C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/>
        <p:txBody>
          <a:bodyPr/>
          <a:lstStyle/>
          <a:p>
            <a:r>
              <a:rPr kumimoji="1" lang="ko-KR" altLang="en-US" sz="1400" b="0">
                <a:latin typeface="나눔고딕" pitchFamily="2" charset="-127"/>
                <a:ea typeface="나눔고딕" pitchFamily="2" charset="-127"/>
              </a:rPr>
              <a:t>이미지</a:t>
            </a:r>
          </a:p>
        </p:txBody>
      </p:sp>
      <p:sp>
        <p:nvSpPr>
          <p:cNvPr id="8" name="텍스트 개체 틀 7">
            <a:extLst>
              <a:ext uri="{FF2B5EF4-FFF2-40B4-BE49-F238E27FC236}">
                <a16:creationId xmlns:a16="http://schemas.microsoft.com/office/drawing/2014/main" id="{C55DC57C-6EA1-F414-489D-4309BFE1AB07}"/>
              </a:ext>
            </a:extLst>
          </p:cNvPr>
          <p:cNvSpPr>
            <a:spLocks noGrp="1"/>
          </p:cNvSpPr>
          <p:nvPr>
            <p:ph type="body" sz="quarter" idx="20"/>
          </p:nvPr>
        </p:nvSpPr>
        <p:spPr/>
        <p:txBody>
          <a:bodyPr/>
          <a:lstStyle/>
          <a:p>
            <a:r>
              <a:rPr kumimoji="1" lang="ko-KR" altLang="en-US" sz="1400" b="0">
                <a:latin typeface="나눔고딕" pitchFamily="2" charset="-127"/>
                <a:ea typeface="나눔고딕" pitchFamily="2" charset="-127"/>
              </a:rPr>
              <a:t>설명</a:t>
            </a:r>
            <a:endParaRPr kumimoji="1" lang="en-US" altLang="ko-KR" sz="1400" b="0">
              <a:latin typeface="나눔고딕" pitchFamily="2" charset="-127"/>
              <a:ea typeface="나눔고딕" pitchFamily="2" charset="-127"/>
            </a:endParaRPr>
          </a:p>
        </p:txBody>
      </p:sp>
      <p:sp>
        <p:nvSpPr>
          <p:cNvPr id="9" name="텍스트 개체 틀 8">
            <a:extLst>
              <a:ext uri="{FF2B5EF4-FFF2-40B4-BE49-F238E27FC236}">
                <a16:creationId xmlns:a16="http://schemas.microsoft.com/office/drawing/2014/main" id="{5AE801C2-B214-BCBD-E469-ABC62EB5404A}"/>
              </a:ext>
            </a:extLst>
          </p:cNvPr>
          <p:cNvSpPr>
            <a:spLocks noGrp="1"/>
          </p:cNvSpPr>
          <p:nvPr>
            <p:ph type="body" sz="quarter" idx="21"/>
          </p:nvPr>
        </p:nvSpPr>
        <p:spPr>
          <a:xfrm>
            <a:off x="8044544" y="1664441"/>
            <a:ext cx="3980220" cy="4509590"/>
          </a:xfrm>
        </p:spPr>
        <p:txBody>
          <a:bodyPr anchor="t"/>
          <a:lstStyle/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kumimoji="1" lang="ko-KR" altLang="en-US" dirty="0">
                <a:latin typeface="NanumGothic" panose="020D0604000000000000" pitchFamily="34" charset="-127"/>
                <a:ea typeface="NanumGothic" panose="020D0604000000000000" pitchFamily="34" charset="-127"/>
              </a:rPr>
              <a:t>키</a:t>
            </a:r>
            <a:r>
              <a:rPr kumimoji="1" lang="en-US" altLang="ko-KR" dirty="0">
                <a:latin typeface="NanumGothic" panose="020D0604000000000000" pitchFamily="34" charset="-127"/>
                <a:ea typeface="NanumGothic" panose="020D0604000000000000" pitchFamily="34" charset="-127"/>
              </a:rPr>
              <a:t> </a:t>
            </a:r>
            <a:r>
              <a:rPr kumimoji="1" lang="ko-KR" altLang="en-US" dirty="0">
                <a:latin typeface="NanumGothic" panose="020D0604000000000000" pitchFamily="34" charset="-127"/>
                <a:ea typeface="NanumGothic" panose="020D0604000000000000" pitchFamily="34" charset="-127"/>
              </a:rPr>
              <a:t>자격 증명 모음</a:t>
            </a:r>
            <a:r>
              <a:rPr kumimoji="1" lang="en-US" altLang="ko-KR" dirty="0">
                <a:latin typeface="NanumGothic" panose="020D0604000000000000" pitchFamily="34" charset="-127"/>
                <a:ea typeface="NanumGothic" panose="020D0604000000000000" pitchFamily="34" charset="-127"/>
              </a:rPr>
              <a:t>, </a:t>
            </a:r>
            <a:r>
              <a:rPr kumimoji="1" lang="ko-KR" altLang="en-US" dirty="0">
                <a:latin typeface="NanumGothic" panose="020D0604000000000000" pitchFamily="34" charset="-127"/>
                <a:ea typeface="NanumGothic" panose="020D0604000000000000" pitchFamily="34" charset="-127"/>
              </a:rPr>
              <a:t>키 선택 후 </a:t>
            </a:r>
            <a:r>
              <a:rPr kumimoji="1" lang="en-US" altLang="ko-KR" dirty="0">
                <a:latin typeface="NanumGothic" panose="020D0604000000000000" pitchFamily="34" charset="-127"/>
                <a:ea typeface="NanumGothic" panose="020D0604000000000000" pitchFamily="34" charset="-127"/>
              </a:rPr>
              <a:t>‘</a:t>
            </a:r>
            <a:r>
              <a:rPr kumimoji="1" lang="ko-KR" altLang="en-US" dirty="0">
                <a:latin typeface="NanumGothic" panose="020D0604000000000000" pitchFamily="34" charset="-127"/>
                <a:ea typeface="NanumGothic" panose="020D0604000000000000" pitchFamily="34" charset="-127"/>
              </a:rPr>
              <a:t>선택</a:t>
            </a:r>
            <a:r>
              <a:rPr kumimoji="1" lang="en-US" altLang="ko-KR" dirty="0">
                <a:latin typeface="NanumGothic" panose="020D0604000000000000" pitchFamily="34" charset="-127"/>
                <a:ea typeface="NanumGothic" panose="020D0604000000000000" pitchFamily="34" charset="-127"/>
              </a:rPr>
              <a:t>’ </a:t>
            </a:r>
            <a:r>
              <a:rPr kumimoji="1" lang="ko-KR" altLang="en-US" dirty="0">
                <a:latin typeface="NanumGothic" panose="020D0604000000000000" pitchFamily="34" charset="-127"/>
                <a:ea typeface="NanumGothic" panose="020D0604000000000000" pitchFamily="34" charset="-127"/>
              </a:rPr>
              <a:t>클릭</a:t>
            </a:r>
            <a:endParaRPr kumimoji="1" lang="en-US" altLang="ko-KR" dirty="0">
              <a:latin typeface="NanumGothic" panose="020D0604000000000000" pitchFamily="34" charset="-127"/>
              <a:ea typeface="NanumGothic" panose="020D0604000000000000" pitchFamily="34" charset="-127"/>
            </a:endParaRP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kumimoji="1" lang="ko-KR" altLang="en-US" dirty="0">
                <a:latin typeface="NanumGothic" panose="020D0604000000000000" pitchFamily="34" charset="-127"/>
                <a:ea typeface="NanumGothic" panose="020D0604000000000000" pitchFamily="34" charset="-127"/>
              </a:rPr>
              <a:t>이후 저장 클릭</a:t>
            </a:r>
            <a:endParaRPr kumimoji="1" lang="en-US" altLang="ko-KR" dirty="0">
              <a:latin typeface="NanumGothic" panose="020D0604000000000000" pitchFamily="34" charset="-127"/>
              <a:ea typeface="NanumGothic" panose="020D0604000000000000" pitchFamily="34" charset="-127"/>
            </a:endParaRP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8A97805-9ADF-88C3-2D8E-77E81F912E34}"/>
              </a:ext>
            </a:extLst>
          </p:cNvPr>
          <p:cNvSpPr txBox="1">
            <a:spLocks/>
          </p:cNvSpPr>
          <p:nvPr/>
        </p:nvSpPr>
        <p:spPr>
          <a:xfrm>
            <a:off x="5883116" y="6424779"/>
            <a:ext cx="423452" cy="365343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ctr" defTabSz="457200" rtl="0" eaLnBrk="1" latinLnBrk="0" hangingPunct="1"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DBA1B0FB-D917-4C8C-928F-313BD683BF39}" type="slidenum">
              <a:rPr lang="en-US" smtClean="0">
                <a:solidFill>
                  <a:srgbClr val="173F69"/>
                </a:solidFill>
              </a:rPr>
              <a:pPr/>
              <a:t>38</a:t>
            </a:fld>
            <a:endParaRPr lang="en-US">
              <a:solidFill>
                <a:srgbClr val="173F69"/>
              </a:solidFill>
            </a:endParaRPr>
          </a:p>
        </p:txBody>
      </p:sp>
      <p:pic>
        <p:nvPicPr>
          <p:cNvPr id="10" name="그림 9">
            <a:extLst>
              <a:ext uri="{FF2B5EF4-FFF2-40B4-BE49-F238E27FC236}">
                <a16:creationId xmlns:a16="http://schemas.microsoft.com/office/drawing/2014/main" id="{4BF15A77-22A9-5206-BE69-CDA778DA5E1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766794" y="1753982"/>
            <a:ext cx="4521804" cy="431903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62179613"/>
      </p:ext>
    </p:extLst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D00696E-0F64-C0E3-FEA4-7111D8BB663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EE6CA669-ABC9-ACE2-8788-7D94B496B420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/>
        <p:txBody>
          <a:bodyPr/>
          <a:lstStyle/>
          <a:p>
            <a:r>
              <a:rPr kumimoji="1" lang="en-US" altLang="ko-KR" dirty="0">
                <a:latin typeface="나눔고딕" pitchFamily="2" charset="-127"/>
                <a:ea typeface="나눔고딕" pitchFamily="2" charset="-127"/>
              </a:rPr>
              <a:t>2. </a:t>
            </a:r>
            <a:r>
              <a:rPr kumimoji="1" lang="ko-KR" altLang="en-US" dirty="0">
                <a:latin typeface="나눔고딕" pitchFamily="2" charset="-127"/>
                <a:ea typeface="나눔고딕" pitchFamily="2" charset="-127"/>
              </a:rPr>
              <a:t>고객 관리 키 </a:t>
            </a:r>
            <a:r>
              <a:rPr kumimoji="1" lang="en-US" altLang="ko-KR" dirty="0">
                <a:latin typeface="나눔고딕" pitchFamily="2" charset="-127"/>
                <a:ea typeface="나눔고딕" pitchFamily="2" charset="-127"/>
              </a:rPr>
              <a:t>(CMK)</a:t>
            </a:r>
            <a:endParaRPr kumimoji="1" lang="ko-KR" altLang="en-US" dirty="0">
              <a:latin typeface="나눔고딕" pitchFamily="2" charset="-127"/>
              <a:ea typeface="나눔고딕" pitchFamily="2" charset="-127"/>
            </a:endParaRPr>
          </a:p>
        </p:txBody>
      </p:sp>
      <p:sp>
        <p:nvSpPr>
          <p:cNvPr id="5" name="텍스트 개체 틀 4">
            <a:extLst>
              <a:ext uri="{FF2B5EF4-FFF2-40B4-BE49-F238E27FC236}">
                <a16:creationId xmlns:a16="http://schemas.microsoft.com/office/drawing/2014/main" id="{2401ED38-EEDD-1CC8-B873-0793D6947C45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167237" y="757921"/>
            <a:ext cx="10592845" cy="350285"/>
          </a:xfrm>
        </p:spPr>
        <p:txBody>
          <a:bodyPr vert="horz" lIns="91440" tIns="45720" rIns="91440" bIns="45720" rtlCol="0" anchor="ctr">
            <a:noAutofit/>
          </a:bodyPr>
          <a:lstStyle/>
          <a:p>
            <a:r>
              <a:rPr lang="en-US" altLang="ko-KR" sz="1400" dirty="0">
                <a:solidFill>
                  <a:srgbClr val="1F3B63"/>
                </a:solidFill>
                <a:latin typeface="나눔고딕" pitchFamily="2" charset="-127"/>
                <a:ea typeface="나눔고딕" pitchFamily="2" charset="-127"/>
              </a:rPr>
              <a:t>2-4-3. Azure </a:t>
            </a:r>
            <a:r>
              <a:rPr lang="ko-KR" altLang="en-US" sz="1400" dirty="0">
                <a:solidFill>
                  <a:srgbClr val="1F3B63"/>
                </a:solidFill>
                <a:latin typeface="나눔고딕" pitchFamily="2" charset="-127"/>
                <a:ea typeface="나눔고딕" pitchFamily="2" charset="-127"/>
              </a:rPr>
              <a:t>콘솔 → </a:t>
            </a:r>
            <a:r>
              <a:rPr lang="en-US" altLang="ko-KR" sz="1400" dirty="0">
                <a:solidFill>
                  <a:srgbClr val="1F3B63"/>
                </a:solidFill>
                <a:latin typeface="나눔고딕" pitchFamily="2" charset="-127"/>
                <a:ea typeface="나눔고딕" pitchFamily="2" charset="-127"/>
              </a:rPr>
              <a:t>Storage accounts</a:t>
            </a:r>
            <a:endParaRPr lang="ko-KR" altLang="en-US" sz="1400" dirty="0">
              <a:solidFill>
                <a:srgbClr val="1F3B63"/>
              </a:solidFill>
              <a:latin typeface="나눔고딕" pitchFamily="2" charset="-127"/>
              <a:ea typeface="나눔고딕" pitchFamily="2" charset="-127"/>
            </a:endParaRPr>
          </a:p>
        </p:txBody>
      </p:sp>
      <p:sp>
        <p:nvSpPr>
          <p:cNvPr id="7" name="텍스트 개체 틀 6">
            <a:extLst>
              <a:ext uri="{FF2B5EF4-FFF2-40B4-BE49-F238E27FC236}">
                <a16:creationId xmlns:a16="http://schemas.microsoft.com/office/drawing/2014/main" id="{2E15842D-8018-D9AC-F4AC-CEB7D7DA32B9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/>
        <p:txBody>
          <a:bodyPr/>
          <a:lstStyle/>
          <a:p>
            <a:r>
              <a:rPr kumimoji="1" lang="ko-KR" altLang="en-US" sz="1400" b="0">
                <a:latin typeface="나눔고딕" pitchFamily="2" charset="-127"/>
                <a:ea typeface="나눔고딕" pitchFamily="2" charset="-127"/>
              </a:rPr>
              <a:t>이미지</a:t>
            </a:r>
          </a:p>
        </p:txBody>
      </p:sp>
      <p:sp>
        <p:nvSpPr>
          <p:cNvPr id="8" name="텍스트 개체 틀 7">
            <a:extLst>
              <a:ext uri="{FF2B5EF4-FFF2-40B4-BE49-F238E27FC236}">
                <a16:creationId xmlns:a16="http://schemas.microsoft.com/office/drawing/2014/main" id="{55462206-D8A3-3D46-7FBE-348806C6DE1D}"/>
              </a:ext>
            </a:extLst>
          </p:cNvPr>
          <p:cNvSpPr>
            <a:spLocks noGrp="1"/>
          </p:cNvSpPr>
          <p:nvPr>
            <p:ph type="body" sz="quarter" idx="20"/>
          </p:nvPr>
        </p:nvSpPr>
        <p:spPr/>
        <p:txBody>
          <a:bodyPr/>
          <a:lstStyle/>
          <a:p>
            <a:r>
              <a:rPr kumimoji="1" lang="ko-KR" altLang="en-US" sz="1400" b="0">
                <a:latin typeface="나눔고딕" pitchFamily="2" charset="-127"/>
                <a:ea typeface="나눔고딕" pitchFamily="2" charset="-127"/>
              </a:rPr>
              <a:t>설명</a:t>
            </a:r>
            <a:endParaRPr kumimoji="1" lang="en-US" altLang="ko-KR" sz="1400" b="0">
              <a:latin typeface="나눔고딕" pitchFamily="2" charset="-127"/>
              <a:ea typeface="나눔고딕" pitchFamily="2" charset="-127"/>
            </a:endParaRPr>
          </a:p>
        </p:txBody>
      </p:sp>
      <p:sp>
        <p:nvSpPr>
          <p:cNvPr id="9" name="텍스트 개체 틀 8">
            <a:extLst>
              <a:ext uri="{FF2B5EF4-FFF2-40B4-BE49-F238E27FC236}">
                <a16:creationId xmlns:a16="http://schemas.microsoft.com/office/drawing/2014/main" id="{A79D8429-C8B0-A837-8D62-0AD4BF43BE27}"/>
              </a:ext>
            </a:extLst>
          </p:cNvPr>
          <p:cNvSpPr>
            <a:spLocks noGrp="1"/>
          </p:cNvSpPr>
          <p:nvPr>
            <p:ph type="body" sz="quarter" idx="21"/>
          </p:nvPr>
        </p:nvSpPr>
        <p:spPr>
          <a:xfrm>
            <a:off x="8044544" y="1664441"/>
            <a:ext cx="3980220" cy="4509590"/>
          </a:xfrm>
        </p:spPr>
        <p:txBody>
          <a:bodyPr anchor="t"/>
          <a:lstStyle/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kumimoji="1" lang="ko-KR" altLang="en-US" dirty="0">
                <a:latin typeface="NanumGothic" panose="020D0604000000000000" pitchFamily="34" charset="-127"/>
                <a:ea typeface="NanumGothic" panose="020D0604000000000000" pitchFamily="34" charset="-127"/>
              </a:rPr>
              <a:t>사용자 할당 </a:t>
            </a:r>
            <a:r>
              <a:rPr kumimoji="1" lang="en-US" altLang="ko-KR" dirty="0">
                <a:latin typeface="NanumGothic" panose="020D0604000000000000" pitchFamily="34" charset="-127"/>
                <a:ea typeface="NanumGothic" panose="020D0604000000000000" pitchFamily="34" charset="-127"/>
              </a:rPr>
              <a:t>&gt; ID</a:t>
            </a:r>
            <a:r>
              <a:rPr kumimoji="1" lang="ko-KR" altLang="en-US" dirty="0">
                <a:latin typeface="NanumGothic" panose="020D0604000000000000" pitchFamily="34" charset="-127"/>
                <a:ea typeface="NanumGothic" panose="020D0604000000000000" pitchFamily="34" charset="-127"/>
              </a:rPr>
              <a:t> 선택</a:t>
            </a:r>
            <a:endParaRPr kumimoji="1" lang="en-US" altLang="ko-KR" dirty="0">
              <a:latin typeface="NanumGothic" panose="020D0604000000000000" pitchFamily="34" charset="-127"/>
              <a:ea typeface="NanumGothic" panose="020D0604000000000000" pitchFamily="34" charset="-127"/>
            </a:endParaRP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kumimoji="1" lang="ko-KR" altLang="en-US" dirty="0">
                <a:latin typeface="NanumGothic" panose="020D0604000000000000" pitchFamily="34" charset="-127"/>
                <a:ea typeface="NanumGothic" panose="020D0604000000000000" pitchFamily="34" charset="-127"/>
              </a:rPr>
              <a:t>앞서 생성한 관리 </a:t>
            </a:r>
            <a:r>
              <a:rPr kumimoji="1" lang="en-US" altLang="ko-KR" dirty="0">
                <a:latin typeface="NanumGothic" panose="020D0604000000000000" pitchFamily="34" charset="-127"/>
                <a:ea typeface="NanumGothic" panose="020D0604000000000000" pitchFamily="34" charset="-127"/>
              </a:rPr>
              <a:t>ID </a:t>
            </a:r>
            <a:r>
              <a:rPr kumimoji="1" lang="ko-KR" altLang="en-US" dirty="0">
                <a:latin typeface="NanumGothic" panose="020D0604000000000000" pitchFamily="34" charset="-127"/>
                <a:ea typeface="NanumGothic" panose="020D0604000000000000" pitchFamily="34" charset="-127"/>
              </a:rPr>
              <a:t>선택 후 추가 버튼 클릭</a:t>
            </a:r>
            <a:endParaRPr kumimoji="1" lang="en-US" altLang="ko-KR" dirty="0">
              <a:latin typeface="NanumGothic" panose="020D0604000000000000" pitchFamily="34" charset="-127"/>
              <a:ea typeface="NanumGothic" panose="020D0604000000000000" pitchFamily="34" charset="-127"/>
            </a:endParaRP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kumimoji="1" lang="ko-KR" altLang="en-US" dirty="0">
                <a:latin typeface="NanumGothic" panose="020D0604000000000000" pitchFamily="34" charset="-127"/>
                <a:ea typeface="NanumGothic" panose="020D0604000000000000" pitchFamily="34" charset="-127"/>
              </a:rPr>
              <a:t>저장 버튼 클릭</a:t>
            </a:r>
            <a:endParaRPr kumimoji="1" lang="en-US" altLang="ko-KR" dirty="0">
              <a:latin typeface="NanumGothic" panose="020D0604000000000000" pitchFamily="34" charset="-127"/>
              <a:ea typeface="NanumGothic" panose="020D0604000000000000" pitchFamily="34" charset="-127"/>
            </a:endParaRP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kumimoji="1" lang="ko-KR" altLang="en-US" dirty="0">
                <a:latin typeface="NanumGothic" panose="020D0604000000000000" pitchFamily="34" charset="-127"/>
                <a:ea typeface="NanumGothic" panose="020D0604000000000000" pitchFamily="34" charset="-127"/>
              </a:rPr>
              <a:t>이후 </a:t>
            </a:r>
            <a:r>
              <a:rPr kumimoji="1" lang="en-US" altLang="ko-KR" dirty="0">
                <a:latin typeface="NanumGothic" panose="020D0604000000000000" pitchFamily="34" charset="-127"/>
                <a:ea typeface="NanumGothic" panose="020D0604000000000000" pitchFamily="34" charset="-127"/>
              </a:rPr>
              <a:t>2</a:t>
            </a:r>
            <a:r>
              <a:rPr kumimoji="1" lang="ko-KR" altLang="en-US" dirty="0">
                <a:latin typeface="NanumGothic" panose="020D0604000000000000" pitchFamily="34" charset="-127"/>
                <a:ea typeface="NanumGothic" panose="020D0604000000000000" pitchFamily="34" charset="-127"/>
              </a:rPr>
              <a:t>페이지와 동일하게 진행</a:t>
            </a:r>
            <a:endParaRPr kumimoji="1" lang="en-US" altLang="ko-KR" dirty="0">
              <a:latin typeface="NanumGothic" panose="020D0604000000000000" pitchFamily="34" charset="-127"/>
              <a:ea typeface="NanumGothic" panose="020D0604000000000000" pitchFamily="34" charset="-127"/>
            </a:endParaRP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C55CA61-513E-56F0-E3D4-7F0A333E7855}"/>
              </a:ext>
            </a:extLst>
          </p:cNvPr>
          <p:cNvSpPr txBox="1">
            <a:spLocks/>
          </p:cNvSpPr>
          <p:nvPr/>
        </p:nvSpPr>
        <p:spPr>
          <a:xfrm>
            <a:off x="5883116" y="6424779"/>
            <a:ext cx="423452" cy="365343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ctr" defTabSz="457200" rtl="0" eaLnBrk="1" latinLnBrk="0" hangingPunct="1"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DBA1B0FB-D917-4C8C-928F-313BD683BF39}" type="slidenum">
              <a:rPr lang="en-US" smtClean="0">
                <a:solidFill>
                  <a:srgbClr val="173F69"/>
                </a:solidFill>
              </a:rPr>
              <a:pPr/>
              <a:t>39</a:t>
            </a:fld>
            <a:endParaRPr lang="en-US">
              <a:solidFill>
                <a:srgbClr val="173F69"/>
              </a:solidFill>
            </a:endParaRPr>
          </a:p>
        </p:txBody>
      </p:sp>
      <p:pic>
        <p:nvPicPr>
          <p:cNvPr id="4" name="그림 3">
            <a:extLst>
              <a:ext uri="{FF2B5EF4-FFF2-40B4-BE49-F238E27FC236}">
                <a16:creationId xmlns:a16="http://schemas.microsoft.com/office/drawing/2014/main" id="{707EB530-F080-B6CF-D42C-5D9C02ED259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84190" y="1769851"/>
            <a:ext cx="6287011" cy="429876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271007093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ct:contentTypeSchema xmlns:ct="http://schemas.microsoft.com/office/2006/metadata/contentType" xmlns:ma="http://schemas.microsoft.com/office/2006/metadata/properties/metaAttributes" ct:_="" ma:_="" ma:contentTypeName="문서" ma:contentTypeID="0x010100FEBD0DC87CDA5744BF37BE7E39461F87" ma:contentTypeVersion="14" ma:contentTypeDescription="새 문서를 만듭니다." ma:contentTypeScope="" ma:versionID="d96655884df302ded41b8571e404eb93">
  <xsd:schema xmlns:xsd="http://www.w3.org/2001/XMLSchema" xmlns:xs="http://www.w3.org/2001/XMLSchema" xmlns:p="http://schemas.microsoft.com/office/2006/metadata/properties" xmlns:ns2="333a2bc2-325e-4faa-95d4-bc33d38ee054" xmlns:ns3="ce4a27c4-9bdb-4e97-aacb-ccf37a134de8" targetNamespace="http://schemas.microsoft.com/office/2006/metadata/properties" ma:root="true" ma:fieldsID="c0b818b54ef0b13cf0512343ba92190b" ns2:_="" ns3:_="">
    <xsd:import namespace="333a2bc2-325e-4faa-95d4-bc33d38ee054"/>
    <xsd:import namespace="ce4a27c4-9bdb-4e97-aacb-ccf37a134de8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2:MediaServiceSearchProperties" minOccurs="0"/>
                <xsd:element ref="ns2:MediaServiceObjectDetectorVersions" minOccurs="0"/>
                <xsd:element ref="ns2:MediaServiceGenerationTime" minOccurs="0"/>
                <xsd:element ref="ns2:MediaServiceEventHashCode" minOccurs="0"/>
                <xsd:element ref="ns2:MediaLengthInSeconds" minOccurs="0"/>
                <xsd:element ref="ns2:lcf76f155ced4ddcb4097134ff3c332f" minOccurs="0"/>
                <xsd:element ref="ns3:TaxCatchAll" minOccurs="0"/>
                <xsd:element ref="ns2:MediaServiceDateTaken" minOccurs="0"/>
                <xsd:element ref="ns2:MediaServiceOCR" minOccurs="0"/>
                <xsd:element ref="ns2:MediaServiceLocation" minOccurs="0"/>
                <xsd:element ref="ns2:MediaServiceBillingMetadata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333a2bc2-325e-4faa-95d4-bc33d38ee054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SearchProperties" ma:index="10" nillable="true" ma:displayName="MediaServiceSearchProperties" ma:hidden="true" ma:internalName="MediaServiceSearchProperties" ma:readOnly="true">
      <xsd:simpleType>
        <xsd:restriction base="dms:Note"/>
      </xsd:simpleType>
    </xsd:element>
    <xsd:element name="MediaServiceObjectDetectorVersions" ma:index="11" nillable="true" ma:displayName="MediaServiceObjectDetectorVersions" ma:hidden="true" ma:indexed="true" ma:internalName="MediaServiceObjectDetectorVersions" ma:readOnly="true">
      <xsd:simpleType>
        <xsd:restriction base="dms:Text"/>
      </xsd:simpleType>
    </xsd:element>
    <xsd:element name="MediaServiceGenerationTime" ma:index="12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13" nillable="true" ma:displayName="MediaServiceEventHashCode" ma:hidden="true" ma:internalName="MediaServiceEventHashCode" ma:readOnly="true">
      <xsd:simpleType>
        <xsd:restriction base="dms:Text"/>
      </xsd:simpleType>
    </xsd:element>
    <xsd:element name="MediaLengthInSeconds" ma:index="14" nillable="true" ma:displayName="MediaLengthInSeconds" ma:hidden="true" ma:internalName="MediaLengthInSeconds" ma:readOnly="true">
      <xsd:simpleType>
        <xsd:restriction base="dms:Unknown"/>
      </xsd:simpleType>
    </xsd:element>
    <xsd:element name="lcf76f155ced4ddcb4097134ff3c332f" ma:index="16" nillable="true" ma:taxonomy="true" ma:internalName="lcf76f155ced4ddcb4097134ff3c332f" ma:taxonomyFieldName="MediaServiceImageTags" ma:displayName="이미지 태그" ma:readOnly="false" ma:fieldId="{5cf76f15-5ced-4ddc-b409-7134ff3c332f}" ma:taxonomyMulti="true" ma:sspId="2a635700-f7b5-4fb5-ba59-b4a419349feb" ma:termSetId="09814cd3-568e-fe90-9814-8d621ff8fb84" ma:anchorId="fba54fb3-c3e1-fe81-a776-ca4b69148c4d" ma:open="true" ma:isKeyword="false">
      <xsd:complexType>
        <xsd:sequence>
          <xsd:element ref="pc:Terms" minOccurs="0" maxOccurs="1"/>
        </xsd:sequence>
      </xsd:complexType>
    </xsd:element>
    <xsd:element name="MediaServiceDateTaken" ma:index="18" nillable="true" ma:displayName="MediaServiceDateTaken" ma:hidden="true" ma:indexed="true" ma:internalName="MediaServiceDateTaken" ma:readOnly="true">
      <xsd:simpleType>
        <xsd:restriction base="dms:Text"/>
      </xsd:simpleType>
    </xsd:element>
    <xsd:element name="MediaServiceOCR" ma:index="19" nillable="true" ma:displayName="Extracted Text" ma:internalName="MediaServiceOCR" ma:readOnly="true">
      <xsd:simpleType>
        <xsd:restriction base="dms:Note">
          <xsd:maxLength value="255"/>
        </xsd:restriction>
      </xsd:simpleType>
    </xsd:element>
    <xsd:element name="MediaServiceLocation" ma:index="20" nillable="true" ma:displayName="Location" ma:indexed="true" ma:internalName="MediaServiceLocation" ma:readOnly="true">
      <xsd:simpleType>
        <xsd:restriction base="dms:Text"/>
      </xsd:simpleType>
    </xsd:element>
    <xsd:element name="MediaServiceBillingMetadata" ma:index="21" nillable="true" ma:displayName="MediaServiceBillingMetadata" ma:hidden="true" ma:internalName="MediaServiceBillingMetadata" ma:readOnly="true">
      <xsd:simpleType>
        <xsd:restriction base="dms:Note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ce4a27c4-9bdb-4e97-aacb-ccf37a134de8" elementFormDefault="qualified">
    <xsd:import namespace="http://schemas.microsoft.com/office/2006/documentManagement/types"/>
    <xsd:import namespace="http://schemas.microsoft.com/office/infopath/2007/PartnerControls"/>
    <xsd:element name="TaxCatchAll" ma:index="17" nillable="true" ma:displayName="Taxonomy Catch All Column" ma:hidden="true" ma:list="{1c6e6331-2fd9-4414-9a87-4e5b54ec45c9}" ma:internalName="TaxCatchAll" ma:showField="CatchAllData" ma:web="ce4a27c4-9bdb-4e97-aacb-ccf37a134de8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콘텐츠 형식"/>
        <xsd:element ref="dc:title" minOccurs="0" maxOccurs="1" ma:index="4" ma:displayName="제목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2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3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TaxCatchAll xmlns="ce4a27c4-9bdb-4e97-aacb-ccf37a134de8" xsi:nil="true"/>
    <lcf76f155ced4ddcb4097134ff3c332f xmlns="333a2bc2-325e-4faa-95d4-bc33d38ee054">
      <Terms xmlns="http://schemas.microsoft.com/office/infopath/2007/PartnerControls"/>
    </lcf76f155ced4ddcb4097134ff3c332f>
  </documentManagement>
</p:properties>
</file>

<file path=customXml/itemProps1.xml><?xml version="1.0" encoding="utf-8"?>
<ds:datastoreItem xmlns:ds="http://schemas.openxmlformats.org/officeDocument/2006/customXml" ds:itemID="{936D9845-A87C-45D1-B122-117F2D1CAC46}">
  <ds:schemaRefs>
    <ds:schemaRef ds:uri="333a2bc2-325e-4faa-95d4-bc33d38ee054"/>
    <ds:schemaRef ds:uri="ce4a27c4-9bdb-4e97-aacb-ccf37a134de8"/>
    <ds:schemaRef ds:uri="http://purl.org/dc/elements/1.1/"/>
    <ds:schemaRef ds:uri="http://purl.org/dc/terms/"/>
    <ds:schemaRef ds:uri="http://schemas.microsoft.com/internal/obd"/>
    <ds:schemaRef ds:uri="http://schemas.microsoft.com/office/2006/documentManagement/types"/>
    <ds:schemaRef ds:uri="http://schemas.microsoft.com/office/2006/metadata/contentType"/>
    <ds:schemaRef ds:uri="http://schemas.microsoft.com/office/2006/metadata/properties"/>
    <ds:schemaRef ds:uri="http://schemas.microsoft.com/office/2006/metadata/properties/metaAttributes"/>
    <ds:schemaRef ds:uri="http://schemas.microsoft.com/office/infopath/2007/PartnerControls"/>
    <ds:schemaRef ds:uri="http://schemas.openxmlformats.org/package/2006/metadata/core-properties"/>
    <ds:schemaRef ds:uri="http://www.w3.org/2001/XMLSchema"/>
  </ds:schemaRefs>
</ds:datastoreItem>
</file>

<file path=customXml/itemProps2.xml><?xml version="1.0" encoding="utf-8"?>
<ds:datastoreItem xmlns:ds="http://schemas.openxmlformats.org/officeDocument/2006/customXml" ds:itemID="{CCCC1B8B-0C51-4B7E-A796-52BAEC6194AF}">
  <ds:schemaRefs>
    <ds:schemaRef ds:uri="http://schemas.microsoft.com/sharepoint/v3/contenttype/forms"/>
  </ds:schemaRefs>
</ds:datastoreItem>
</file>

<file path=customXml/itemProps3.xml><?xml version="1.0" encoding="utf-8"?>
<ds:datastoreItem xmlns:ds="http://schemas.openxmlformats.org/officeDocument/2006/customXml" ds:itemID="{0A0B551A-1123-4E93-9ABF-8CF8B84F216B}">
  <ds:schemaRefs>
    <ds:schemaRef ds:uri="333a2bc2-325e-4faa-95d4-bc33d38ee054"/>
    <ds:schemaRef ds:uri="ce4a27c4-9bdb-4e97-aacb-ccf37a134de8"/>
    <ds:schemaRef ds:uri="http://purl.org/dc/dcmitype/"/>
    <ds:schemaRef ds:uri="http://purl.org/dc/elements/1.1/"/>
    <ds:schemaRef ds:uri="http://purl.org/dc/terms/"/>
    <ds:schemaRef ds:uri="http://schemas.microsoft.com/office/2006/documentManagement/types"/>
    <ds:schemaRef ds:uri="http://schemas.microsoft.com/office/2006/metadata/properties"/>
    <ds:schemaRef ds:uri="http://schemas.microsoft.com/office/infopath/2007/PartnerControls"/>
    <ds:schemaRef ds:uri="http://schemas.openxmlformats.org/package/2006/metadata/core-properties"/>
    <ds:schemaRef ds:uri="http://www.w3.org/XML/1998/namespace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2</TotalTime>
  <Words>1460</Words>
  <Application>Microsoft Office PowerPoint</Application>
  <PresentationFormat>와이드스크린</PresentationFormat>
  <Paragraphs>293</Paragraphs>
  <Slides>39</Slides>
  <Notes>0</Notes>
  <HiddenSlides>0</HiddenSlides>
  <MMClips>0</MMClips>
  <ScaleCrop>false</ScaleCrop>
  <HeadingPairs>
    <vt:vector size="6" baseType="variant">
      <vt:variant>
        <vt:lpstr>사용한 글꼴</vt:lpstr>
      </vt:variant>
      <vt:variant>
        <vt:i4>6</vt:i4>
      </vt:variant>
      <vt:variant>
        <vt:lpstr>테마</vt:lpstr>
      </vt:variant>
      <vt:variant>
        <vt:i4>1</vt:i4>
      </vt:variant>
      <vt:variant>
        <vt:lpstr>슬라이드 제목</vt:lpstr>
      </vt:variant>
      <vt:variant>
        <vt:i4>39</vt:i4>
      </vt:variant>
    </vt:vector>
  </HeadingPairs>
  <TitlesOfParts>
    <vt:vector size="46" baseType="lpstr">
      <vt:lpstr>NanumGothic</vt:lpstr>
      <vt:lpstr>NanumGothic</vt:lpstr>
      <vt:lpstr>나눔고딕 ExtraBold</vt:lpstr>
      <vt:lpstr>Aptos</vt:lpstr>
      <vt:lpstr>Aptos Display</vt:lpstr>
      <vt:lpstr>Arial</vt:lpstr>
      <vt:lpstr>Office Theme</vt:lpstr>
      <vt:lpstr>Azure Blob Storage Log  연동 가이드(암호화)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정 윤기</dc:creator>
  <cp:lastModifiedBy>김 성민</cp:lastModifiedBy>
  <cp:revision>93</cp:revision>
  <dcterms:created xsi:type="dcterms:W3CDTF">2025-09-03T06:28:09Z</dcterms:created>
  <dcterms:modified xsi:type="dcterms:W3CDTF">2026-03-17T05:33:52Z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0x010100FEBD0DC87CDA5744BF37BE7E39461F87</vt:lpwstr>
  </property>
  <property fmtid="{D5CDD505-2E9C-101B-9397-08002B2CF9AE}" pid="3" name="MediaServiceImageTags">
    <vt:lpwstr/>
  </property>
</Properties>
</file>